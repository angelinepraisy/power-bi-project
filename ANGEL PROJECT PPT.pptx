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5" r:id="rId8"/>
    <p:sldId id="264" r:id="rId9"/>
    <p:sldId id="261"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F8760F-C6A8-4415-B670-40A7A665B4EC}" v="5" dt="2026-03-13T07:27:34.4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FI AHAMED" userId="3c58c60948219e8d" providerId="LiveId" clId="{BAD9803A-7AB1-494D-86EA-DD67E18F2E65}"/>
    <pc:docChg chg="undo custSel addSld modSld">
      <pc:chgData name="SHAFI AHAMED" userId="3c58c60948219e8d" providerId="LiveId" clId="{BAD9803A-7AB1-494D-86EA-DD67E18F2E65}" dt="2026-03-13T07:40:52.875" v="253" actId="20577"/>
      <pc:docMkLst>
        <pc:docMk/>
      </pc:docMkLst>
      <pc:sldChg chg="addSp delSp modSp mod setBg">
        <pc:chgData name="SHAFI AHAMED" userId="3c58c60948219e8d" providerId="LiveId" clId="{BAD9803A-7AB1-494D-86EA-DD67E18F2E65}" dt="2026-03-13T07:40:52.875" v="253" actId="20577"/>
        <pc:sldMkLst>
          <pc:docMk/>
          <pc:sldMk cId="3782996716" sldId="256"/>
        </pc:sldMkLst>
        <pc:spChg chg="mod">
          <ac:chgData name="SHAFI AHAMED" userId="3c58c60948219e8d" providerId="LiveId" clId="{BAD9803A-7AB1-494D-86EA-DD67E18F2E65}" dt="2026-03-13T07:39:35.902" v="245" actId="26606"/>
          <ac:spMkLst>
            <pc:docMk/>
            <pc:sldMk cId="3782996716" sldId="256"/>
            <ac:spMk id="2" creationId="{97B23E75-E5B0-0487-505A-411B01287FAC}"/>
          </ac:spMkLst>
        </pc:spChg>
        <pc:spChg chg="mod ord">
          <ac:chgData name="SHAFI AHAMED" userId="3c58c60948219e8d" providerId="LiveId" clId="{BAD9803A-7AB1-494D-86EA-DD67E18F2E65}" dt="2026-03-13T07:40:52.875" v="253" actId="20577"/>
          <ac:spMkLst>
            <pc:docMk/>
            <pc:sldMk cId="3782996716" sldId="256"/>
            <ac:spMk id="3" creationId="{B49318FA-7CFD-08C3-4A3B-D21EDD53499A}"/>
          </ac:spMkLst>
        </pc:spChg>
        <pc:spChg chg="add del">
          <ac:chgData name="SHAFI AHAMED" userId="3c58c60948219e8d" providerId="LiveId" clId="{BAD9803A-7AB1-494D-86EA-DD67E18F2E65}" dt="2026-03-13T07:28:41.139" v="110" actId="26606"/>
          <ac:spMkLst>
            <pc:docMk/>
            <pc:sldMk cId="3782996716" sldId="256"/>
            <ac:spMk id="8" creationId="{4522B21E-B2B9-4C72-9A71-C87EFD137480}"/>
          </ac:spMkLst>
        </pc:spChg>
        <pc:spChg chg="add del">
          <ac:chgData name="SHAFI AHAMED" userId="3c58c60948219e8d" providerId="LiveId" clId="{BAD9803A-7AB1-494D-86EA-DD67E18F2E65}" dt="2026-03-13T07:28:26.726" v="106" actId="26606"/>
          <ac:spMkLst>
            <pc:docMk/>
            <pc:sldMk cId="3782996716" sldId="256"/>
            <ac:spMk id="10" creationId="{A3363022-C969-41E9-8EB2-E4C94908C1FA}"/>
          </ac:spMkLst>
        </pc:spChg>
        <pc:spChg chg="add del">
          <ac:chgData name="SHAFI AHAMED" userId="3c58c60948219e8d" providerId="LiveId" clId="{BAD9803A-7AB1-494D-86EA-DD67E18F2E65}" dt="2026-03-13T07:28:26.726" v="106" actId="26606"/>
          <ac:spMkLst>
            <pc:docMk/>
            <pc:sldMk cId="3782996716" sldId="256"/>
            <ac:spMk id="12" creationId="{8D1AD6B3-BE88-4CEB-BA17-790657CC4729}"/>
          </ac:spMkLst>
        </pc:spChg>
        <pc:spChg chg="add del">
          <ac:chgData name="SHAFI AHAMED" userId="3c58c60948219e8d" providerId="LiveId" clId="{BAD9803A-7AB1-494D-86EA-DD67E18F2E65}" dt="2026-03-13T07:28:38.219" v="108" actId="26606"/>
          <ac:spMkLst>
            <pc:docMk/>
            <pc:sldMk cId="3782996716" sldId="256"/>
            <ac:spMk id="19" creationId="{74751229-0244-4FBB-BED1-407467F4C951}"/>
          </ac:spMkLst>
        </pc:spChg>
        <pc:spChg chg="add del">
          <ac:chgData name="SHAFI AHAMED" userId="3c58c60948219e8d" providerId="LiveId" clId="{BAD9803A-7AB1-494D-86EA-DD67E18F2E65}" dt="2026-03-13T07:28:41.139" v="110" actId="26606"/>
          <ac:spMkLst>
            <pc:docMk/>
            <pc:sldMk cId="3782996716" sldId="256"/>
            <ac:spMk id="22" creationId="{5EB7D2A2-F448-44D4-938C-DC84CBCB3B1E}"/>
          </ac:spMkLst>
        </pc:spChg>
        <pc:spChg chg="add del">
          <ac:chgData name="SHAFI AHAMED" userId="3c58c60948219e8d" providerId="LiveId" clId="{BAD9803A-7AB1-494D-86EA-DD67E18F2E65}" dt="2026-03-13T07:28:41.139" v="110" actId="26606"/>
          <ac:spMkLst>
            <pc:docMk/>
            <pc:sldMk cId="3782996716" sldId="256"/>
            <ac:spMk id="23" creationId="{871AEA07-1E14-44B4-8E55-64EF049CD66F}"/>
          </ac:spMkLst>
        </pc:spChg>
        <pc:spChg chg="add del">
          <ac:chgData name="SHAFI AHAMED" userId="3c58c60948219e8d" providerId="LiveId" clId="{BAD9803A-7AB1-494D-86EA-DD67E18F2E65}" dt="2026-03-13T07:28:42.091" v="112" actId="26606"/>
          <ac:spMkLst>
            <pc:docMk/>
            <pc:sldMk cId="3782996716" sldId="256"/>
            <ac:spMk id="26" creationId="{A3363022-C969-41E9-8EB2-E4C94908C1FA}"/>
          </ac:spMkLst>
        </pc:spChg>
        <pc:spChg chg="add del">
          <ac:chgData name="SHAFI AHAMED" userId="3c58c60948219e8d" providerId="LiveId" clId="{BAD9803A-7AB1-494D-86EA-DD67E18F2E65}" dt="2026-03-13T07:28:42.091" v="112" actId="26606"/>
          <ac:spMkLst>
            <pc:docMk/>
            <pc:sldMk cId="3782996716" sldId="256"/>
            <ac:spMk id="27" creationId="{8D1AD6B3-BE88-4CEB-BA17-790657CC4729}"/>
          </ac:spMkLst>
        </pc:spChg>
        <pc:spChg chg="add del">
          <ac:chgData name="SHAFI AHAMED" userId="3c58c60948219e8d" providerId="LiveId" clId="{BAD9803A-7AB1-494D-86EA-DD67E18F2E65}" dt="2026-03-13T07:28:42.865" v="114" actId="26606"/>
          <ac:spMkLst>
            <pc:docMk/>
            <pc:sldMk cId="3782996716" sldId="256"/>
            <ac:spMk id="31" creationId="{74751229-0244-4FBB-BED1-407467F4C951}"/>
          </ac:spMkLst>
        </pc:spChg>
        <pc:spChg chg="add del">
          <ac:chgData name="SHAFI AHAMED" userId="3c58c60948219e8d" providerId="LiveId" clId="{BAD9803A-7AB1-494D-86EA-DD67E18F2E65}" dt="2026-03-13T07:28:45.088" v="116" actId="26606"/>
          <ac:spMkLst>
            <pc:docMk/>
            <pc:sldMk cId="3782996716" sldId="256"/>
            <ac:spMk id="35" creationId="{815925C2-A704-4D47-B1C1-3FCA52512EC1}"/>
          </ac:spMkLst>
        </pc:spChg>
        <pc:spChg chg="add del">
          <ac:chgData name="SHAFI AHAMED" userId="3c58c60948219e8d" providerId="LiveId" clId="{BAD9803A-7AB1-494D-86EA-DD67E18F2E65}" dt="2026-03-13T07:28:45.088" v="116" actId="26606"/>
          <ac:spMkLst>
            <pc:docMk/>
            <pc:sldMk cId="3782996716" sldId="256"/>
            <ac:spMk id="36" creationId="{01D4315C-C23C-4FD3-98DF-08C29E2292A8}"/>
          </ac:spMkLst>
        </pc:spChg>
        <pc:spChg chg="add del">
          <ac:chgData name="SHAFI AHAMED" userId="3c58c60948219e8d" providerId="LiveId" clId="{BAD9803A-7AB1-494D-86EA-DD67E18F2E65}" dt="2026-03-13T07:39:35.902" v="245" actId="26606"/>
          <ac:spMkLst>
            <pc:docMk/>
            <pc:sldMk cId="3782996716" sldId="256"/>
            <ac:spMk id="46" creationId="{74751229-0244-4FBB-BED1-407467F4C951}"/>
          </ac:spMkLst>
        </pc:spChg>
        <pc:spChg chg="add">
          <ac:chgData name="SHAFI AHAMED" userId="3c58c60948219e8d" providerId="LiveId" clId="{BAD9803A-7AB1-494D-86EA-DD67E18F2E65}" dt="2026-03-13T07:39:35.902" v="245" actId="26606"/>
          <ac:spMkLst>
            <pc:docMk/>
            <pc:sldMk cId="3782996716" sldId="256"/>
            <ac:spMk id="53" creationId="{D1942232-83D0-49E2-AF9B-1F97E3C1EF8E}"/>
          </ac:spMkLst>
        </pc:spChg>
        <pc:spChg chg="add">
          <ac:chgData name="SHAFI AHAMED" userId="3c58c60948219e8d" providerId="LiveId" clId="{BAD9803A-7AB1-494D-86EA-DD67E18F2E65}" dt="2026-03-13T07:39:35.902" v="245" actId="26606"/>
          <ac:spMkLst>
            <pc:docMk/>
            <pc:sldMk cId="3782996716" sldId="256"/>
            <ac:spMk id="55" creationId="{E9E70D72-6E23-4015-A4A6-85C120C19167}"/>
          </ac:spMkLst>
        </pc:spChg>
        <pc:grpChg chg="add del">
          <ac:chgData name="SHAFI AHAMED" userId="3c58c60948219e8d" providerId="LiveId" clId="{BAD9803A-7AB1-494D-86EA-DD67E18F2E65}" dt="2026-03-13T07:28:26.726" v="106" actId="26606"/>
          <ac:grpSpMkLst>
            <pc:docMk/>
            <pc:sldMk cId="3782996716" sldId="256"/>
            <ac:grpSpMk id="14" creationId="{89D1390B-7E13-4B4F-9CB2-391063412E54}"/>
          </ac:grpSpMkLst>
        </pc:grpChg>
        <pc:grpChg chg="add del">
          <ac:chgData name="SHAFI AHAMED" userId="3c58c60948219e8d" providerId="LiveId" clId="{BAD9803A-7AB1-494D-86EA-DD67E18F2E65}" dt="2026-03-13T07:28:42.091" v="112" actId="26606"/>
          <ac:grpSpMkLst>
            <pc:docMk/>
            <pc:sldMk cId="3782996716" sldId="256"/>
            <ac:grpSpMk id="29" creationId="{89D1390B-7E13-4B4F-9CB2-391063412E54}"/>
          </ac:grpSpMkLst>
        </pc:grpChg>
        <pc:grpChg chg="add del">
          <ac:chgData name="SHAFI AHAMED" userId="3c58c60948219e8d" providerId="LiveId" clId="{BAD9803A-7AB1-494D-86EA-DD67E18F2E65}" dt="2026-03-13T07:28:45.088" v="116" actId="26606"/>
          <ac:grpSpMkLst>
            <pc:docMk/>
            <pc:sldMk cId="3782996716" sldId="256"/>
            <ac:grpSpMk id="37" creationId="{5E6B47BC-43FD-4C91-8BFF-B41B99A8A39E}"/>
          </ac:grpSpMkLst>
        </pc:grpChg>
        <pc:grpChg chg="add del">
          <ac:chgData name="SHAFI AHAMED" userId="3c58c60948219e8d" providerId="LiveId" clId="{BAD9803A-7AB1-494D-86EA-DD67E18F2E65}" dt="2026-03-13T07:28:45.088" v="116" actId="26606"/>
          <ac:grpSpMkLst>
            <pc:docMk/>
            <pc:sldMk cId="3782996716" sldId="256"/>
            <ac:grpSpMk id="39" creationId="{43F5E015-E085-4624-B431-B42414448684}"/>
          </ac:grpSpMkLst>
        </pc:grpChg>
        <pc:grpChg chg="add">
          <ac:chgData name="SHAFI AHAMED" userId="3c58c60948219e8d" providerId="LiveId" clId="{BAD9803A-7AB1-494D-86EA-DD67E18F2E65}" dt="2026-03-13T07:39:35.902" v="245" actId="26606"/>
          <ac:grpSpMkLst>
            <pc:docMk/>
            <pc:sldMk cId="3782996716" sldId="256"/>
            <ac:grpSpMk id="57" creationId="{C28A977F-B603-4D81-B0FC-C8DE048A7931}"/>
          </ac:grpSpMkLst>
        </pc:grpChg>
        <pc:grpChg chg="add">
          <ac:chgData name="SHAFI AHAMED" userId="3c58c60948219e8d" providerId="LiveId" clId="{BAD9803A-7AB1-494D-86EA-DD67E18F2E65}" dt="2026-03-13T07:39:35.902" v="245" actId="26606"/>
          <ac:grpSpMkLst>
            <pc:docMk/>
            <pc:sldMk cId="3782996716" sldId="256"/>
            <ac:grpSpMk id="63" creationId="{C78D9229-E61D-4FEE-8321-2F8B64A8CADF}"/>
          </ac:grpSpMkLst>
        </pc:grpChg>
        <pc:picChg chg="add del">
          <ac:chgData name="SHAFI AHAMED" userId="3c58c60948219e8d" providerId="LiveId" clId="{BAD9803A-7AB1-494D-86EA-DD67E18F2E65}" dt="2026-03-13T07:28:26.726" v="106" actId="26606"/>
          <ac:picMkLst>
            <pc:docMk/>
            <pc:sldMk cId="3782996716" sldId="256"/>
            <ac:picMk id="7" creationId="{B7ECC7FF-186B-F2FF-F856-A12271EA0BAB}"/>
          </ac:picMkLst>
        </pc:picChg>
        <pc:picChg chg="add del">
          <ac:chgData name="SHAFI AHAMED" userId="3c58c60948219e8d" providerId="LiveId" clId="{BAD9803A-7AB1-494D-86EA-DD67E18F2E65}" dt="2026-03-13T07:28:38.219" v="108" actId="26606"/>
          <ac:picMkLst>
            <pc:docMk/>
            <pc:sldMk cId="3782996716" sldId="256"/>
            <ac:picMk id="9" creationId="{08F2DA2A-6D4F-4461-BD33-039DE9DC25D5}"/>
          </ac:picMkLst>
        </pc:picChg>
        <pc:picChg chg="add del">
          <ac:chgData name="SHAFI AHAMED" userId="3c58c60948219e8d" providerId="LiveId" clId="{BAD9803A-7AB1-494D-86EA-DD67E18F2E65}" dt="2026-03-13T07:28:38.219" v="108" actId="26606"/>
          <ac:picMkLst>
            <pc:docMk/>
            <pc:sldMk cId="3782996716" sldId="256"/>
            <ac:picMk id="20" creationId="{2B263321-3F7F-426B-532B-D02A45CC9CF7}"/>
          </ac:picMkLst>
        </pc:picChg>
        <pc:picChg chg="add del">
          <ac:chgData name="SHAFI AHAMED" userId="3c58c60948219e8d" providerId="LiveId" clId="{BAD9803A-7AB1-494D-86EA-DD67E18F2E65}" dt="2026-03-13T07:28:42.091" v="112" actId="26606"/>
          <ac:picMkLst>
            <pc:docMk/>
            <pc:sldMk cId="3782996716" sldId="256"/>
            <ac:picMk id="28" creationId="{B7ECC7FF-186B-F2FF-F856-A12271EA0BAB}"/>
          </ac:picMkLst>
        </pc:picChg>
        <pc:picChg chg="add del">
          <ac:chgData name="SHAFI AHAMED" userId="3c58c60948219e8d" providerId="LiveId" clId="{BAD9803A-7AB1-494D-86EA-DD67E18F2E65}" dt="2026-03-13T07:28:42.865" v="114" actId="26606"/>
          <ac:picMkLst>
            <pc:docMk/>
            <pc:sldMk cId="3782996716" sldId="256"/>
            <ac:picMk id="32" creationId="{2B263321-3F7F-426B-532B-D02A45CC9CF7}"/>
          </ac:picMkLst>
        </pc:picChg>
        <pc:picChg chg="add del">
          <ac:chgData name="SHAFI AHAMED" userId="3c58c60948219e8d" providerId="LiveId" clId="{BAD9803A-7AB1-494D-86EA-DD67E18F2E65}" dt="2026-03-13T07:28:42.865" v="114" actId="26606"/>
          <ac:picMkLst>
            <pc:docMk/>
            <pc:sldMk cId="3782996716" sldId="256"/>
            <ac:picMk id="33" creationId="{08F2DA2A-6D4F-4461-BD33-039DE9DC25D5}"/>
          </ac:picMkLst>
        </pc:picChg>
        <pc:picChg chg="add mod">
          <ac:chgData name="SHAFI AHAMED" userId="3c58c60948219e8d" providerId="LiveId" clId="{BAD9803A-7AB1-494D-86EA-DD67E18F2E65}" dt="2026-03-13T07:39:35.902" v="245" actId="26606"/>
          <ac:picMkLst>
            <pc:docMk/>
            <pc:sldMk cId="3782996716" sldId="256"/>
            <ac:picMk id="47" creationId="{2B263321-3F7F-426B-532B-D02A45CC9CF7}"/>
          </ac:picMkLst>
        </pc:picChg>
        <pc:picChg chg="add del">
          <ac:chgData name="SHAFI AHAMED" userId="3c58c60948219e8d" providerId="LiveId" clId="{BAD9803A-7AB1-494D-86EA-DD67E18F2E65}" dt="2026-03-13T07:39:35.902" v="245" actId="26606"/>
          <ac:picMkLst>
            <pc:docMk/>
            <pc:sldMk cId="3782996716" sldId="256"/>
            <ac:picMk id="48" creationId="{08F2DA2A-6D4F-4461-BD33-039DE9DC25D5}"/>
          </ac:picMkLst>
        </pc:picChg>
        <pc:cxnChg chg="add del">
          <ac:chgData name="SHAFI AHAMED" userId="3c58c60948219e8d" providerId="LiveId" clId="{BAD9803A-7AB1-494D-86EA-DD67E18F2E65}" dt="2026-03-13T07:28:41.139" v="110" actId="26606"/>
          <ac:cxnSpMkLst>
            <pc:docMk/>
            <pc:sldMk cId="3782996716" sldId="256"/>
            <ac:cxnSpMk id="24" creationId="{F7C8EA93-3210-4C62-99E9-153C275E3A87}"/>
          </ac:cxnSpMkLst>
        </pc:cxnChg>
      </pc:sldChg>
      <pc:sldChg chg="addSp delSp modSp new mod setBg">
        <pc:chgData name="SHAFI AHAMED" userId="3c58c60948219e8d" providerId="LiveId" clId="{BAD9803A-7AB1-494D-86EA-DD67E18F2E65}" dt="2026-03-13T07:30:53.792" v="135" actId="26606"/>
        <pc:sldMkLst>
          <pc:docMk/>
          <pc:sldMk cId="2348668361" sldId="257"/>
        </pc:sldMkLst>
        <pc:spChg chg="mod">
          <ac:chgData name="SHAFI AHAMED" userId="3c58c60948219e8d" providerId="LiveId" clId="{BAD9803A-7AB1-494D-86EA-DD67E18F2E65}" dt="2026-03-13T07:30:53.792" v="135" actId="26606"/>
          <ac:spMkLst>
            <pc:docMk/>
            <pc:sldMk cId="2348668361" sldId="257"/>
            <ac:spMk id="2" creationId="{99544C9D-4FE6-0380-3FEE-81D8BD60739A}"/>
          </ac:spMkLst>
        </pc:spChg>
        <pc:spChg chg="mod">
          <ac:chgData name="SHAFI AHAMED" userId="3c58c60948219e8d" providerId="LiveId" clId="{BAD9803A-7AB1-494D-86EA-DD67E18F2E65}" dt="2026-03-13T07:30:53.792" v="135" actId="26606"/>
          <ac:spMkLst>
            <pc:docMk/>
            <pc:sldMk cId="2348668361" sldId="257"/>
            <ac:spMk id="3" creationId="{B416170D-E3D1-D590-5634-55571E6CD373}"/>
          </ac:spMkLst>
        </pc:spChg>
        <pc:spChg chg="add del">
          <ac:chgData name="SHAFI AHAMED" userId="3c58c60948219e8d" providerId="LiveId" clId="{BAD9803A-7AB1-494D-86EA-DD67E18F2E65}" dt="2026-03-13T07:28:58.209" v="119" actId="26606"/>
          <ac:spMkLst>
            <pc:docMk/>
            <pc:sldMk cId="2348668361" sldId="257"/>
            <ac:spMk id="8" creationId="{C9A36457-A5F4-4103-A443-02581C09185B}"/>
          </ac:spMkLst>
        </pc:spChg>
        <pc:spChg chg="add del">
          <ac:chgData name="SHAFI AHAMED" userId="3c58c60948219e8d" providerId="LiveId" clId="{BAD9803A-7AB1-494D-86EA-DD67E18F2E65}" dt="2026-03-13T07:28:58.209" v="119" actId="26606"/>
          <ac:spMkLst>
            <pc:docMk/>
            <pc:sldMk cId="2348668361" sldId="257"/>
            <ac:spMk id="10" creationId="{AA5CF486-D9E5-4A66-898A-F3D62B81B15E}"/>
          </ac:spMkLst>
        </pc:spChg>
        <pc:spChg chg="add del">
          <ac:chgData name="SHAFI AHAMED" userId="3c58c60948219e8d" providerId="LiveId" clId="{BAD9803A-7AB1-494D-86EA-DD67E18F2E65}" dt="2026-03-13T07:30:53.792" v="135" actId="26606"/>
          <ac:spMkLst>
            <pc:docMk/>
            <pc:sldMk cId="2348668361" sldId="257"/>
            <ac:spMk id="15" creationId="{815925C2-A704-4D47-B1C1-3FCA52512EC1}"/>
          </ac:spMkLst>
        </pc:spChg>
        <pc:spChg chg="add del">
          <ac:chgData name="SHAFI AHAMED" userId="3c58c60948219e8d" providerId="LiveId" clId="{BAD9803A-7AB1-494D-86EA-DD67E18F2E65}" dt="2026-03-13T07:30:53.792" v="135" actId="26606"/>
          <ac:spMkLst>
            <pc:docMk/>
            <pc:sldMk cId="2348668361" sldId="257"/>
            <ac:spMk id="24" creationId="{01D4315C-C23C-4FD3-98DF-08C29E2292A8}"/>
          </ac:spMkLst>
        </pc:spChg>
        <pc:spChg chg="add">
          <ac:chgData name="SHAFI AHAMED" userId="3c58c60948219e8d" providerId="LiveId" clId="{BAD9803A-7AB1-494D-86EA-DD67E18F2E65}" dt="2026-03-13T07:30:53.792" v="135" actId="26606"/>
          <ac:spMkLst>
            <pc:docMk/>
            <pc:sldMk cId="2348668361" sldId="257"/>
            <ac:spMk id="29" creationId="{889C5E17-24D0-4696-A3C5-A2261FB455FA}"/>
          </ac:spMkLst>
        </pc:spChg>
        <pc:spChg chg="add">
          <ac:chgData name="SHAFI AHAMED" userId="3c58c60948219e8d" providerId="LiveId" clId="{BAD9803A-7AB1-494D-86EA-DD67E18F2E65}" dt="2026-03-13T07:30:53.792" v="135" actId="26606"/>
          <ac:spMkLst>
            <pc:docMk/>
            <pc:sldMk cId="2348668361" sldId="257"/>
            <ac:spMk id="31" creationId="{6929B58F-2358-44CC-ACE5-EF1BD3C6C824}"/>
          </ac:spMkLst>
        </pc:spChg>
        <pc:grpChg chg="add del">
          <ac:chgData name="SHAFI AHAMED" userId="3c58c60948219e8d" providerId="LiveId" clId="{BAD9803A-7AB1-494D-86EA-DD67E18F2E65}" dt="2026-03-13T07:30:53.792" v="135" actId="26606"/>
          <ac:grpSpMkLst>
            <pc:docMk/>
            <pc:sldMk cId="2348668361" sldId="257"/>
            <ac:grpSpMk id="12" creationId="{5E6B47BC-43FD-4C91-8BFF-B41B99A8A39E}"/>
          </ac:grpSpMkLst>
        </pc:grpChg>
        <pc:grpChg chg="add del">
          <ac:chgData name="SHAFI AHAMED" userId="3c58c60948219e8d" providerId="LiveId" clId="{BAD9803A-7AB1-494D-86EA-DD67E18F2E65}" dt="2026-03-13T07:30:53.792" v="135" actId="26606"/>
          <ac:grpSpMkLst>
            <pc:docMk/>
            <pc:sldMk cId="2348668361" sldId="257"/>
            <ac:grpSpMk id="16" creationId="{43F5E015-E085-4624-B431-B42414448684}"/>
          </ac:grpSpMkLst>
        </pc:grpChg>
        <pc:grpChg chg="add">
          <ac:chgData name="SHAFI AHAMED" userId="3c58c60948219e8d" providerId="LiveId" clId="{BAD9803A-7AB1-494D-86EA-DD67E18F2E65}" dt="2026-03-13T07:30:53.792" v="135" actId="26606"/>
          <ac:grpSpMkLst>
            <pc:docMk/>
            <pc:sldMk cId="2348668361" sldId="257"/>
            <ac:grpSpMk id="33" creationId="{09DA5303-A1AF-4830-806C-51FCD96188B7}"/>
          </ac:grpSpMkLst>
        </pc:grpChg>
      </pc:sldChg>
      <pc:sldChg chg="addSp delSp modSp new mod setBg">
        <pc:chgData name="SHAFI AHAMED" userId="3c58c60948219e8d" providerId="LiveId" clId="{BAD9803A-7AB1-494D-86EA-DD67E18F2E65}" dt="2026-03-13T07:30:19.969" v="134" actId="26606"/>
        <pc:sldMkLst>
          <pc:docMk/>
          <pc:sldMk cId="1108451865" sldId="258"/>
        </pc:sldMkLst>
        <pc:spChg chg="mod">
          <ac:chgData name="SHAFI AHAMED" userId="3c58c60948219e8d" providerId="LiveId" clId="{BAD9803A-7AB1-494D-86EA-DD67E18F2E65}" dt="2026-03-13T07:30:19.969" v="134" actId="26606"/>
          <ac:spMkLst>
            <pc:docMk/>
            <pc:sldMk cId="1108451865" sldId="258"/>
            <ac:spMk id="2" creationId="{41264A8C-E12D-2637-11F5-652EB2995C1F}"/>
          </ac:spMkLst>
        </pc:spChg>
        <pc:spChg chg="mod">
          <ac:chgData name="SHAFI AHAMED" userId="3c58c60948219e8d" providerId="LiveId" clId="{BAD9803A-7AB1-494D-86EA-DD67E18F2E65}" dt="2026-03-13T07:30:19.969" v="134" actId="26606"/>
          <ac:spMkLst>
            <pc:docMk/>
            <pc:sldMk cId="1108451865" sldId="258"/>
            <ac:spMk id="3" creationId="{752A94B0-AA31-2978-F9AB-8C675661CCF6}"/>
          </ac:spMkLst>
        </pc:spChg>
        <pc:spChg chg="add del">
          <ac:chgData name="SHAFI AHAMED" userId="3c58c60948219e8d" providerId="LiveId" clId="{BAD9803A-7AB1-494D-86EA-DD67E18F2E65}" dt="2026-03-13T07:30:19.969" v="134" actId="26606"/>
          <ac:spMkLst>
            <pc:docMk/>
            <pc:sldMk cId="1108451865" sldId="258"/>
            <ac:spMk id="8" creationId="{815925C2-A704-4D47-B1C1-3FCA52512EC1}"/>
          </ac:spMkLst>
        </pc:spChg>
        <pc:spChg chg="add del">
          <ac:chgData name="SHAFI AHAMED" userId="3c58c60948219e8d" providerId="LiveId" clId="{BAD9803A-7AB1-494D-86EA-DD67E18F2E65}" dt="2026-03-13T07:30:19.969" v="134" actId="26606"/>
          <ac:spMkLst>
            <pc:docMk/>
            <pc:sldMk cId="1108451865" sldId="258"/>
            <ac:spMk id="10" creationId="{01D4315C-C23C-4FD3-98DF-08C29E2292A8}"/>
          </ac:spMkLst>
        </pc:spChg>
        <pc:spChg chg="add">
          <ac:chgData name="SHAFI AHAMED" userId="3c58c60948219e8d" providerId="LiveId" clId="{BAD9803A-7AB1-494D-86EA-DD67E18F2E65}" dt="2026-03-13T07:30:19.969" v="134" actId="26606"/>
          <ac:spMkLst>
            <pc:docMk/>
            <pc:sldMk cId="1108451865" sldId="258"/>
            <ac:spMk id="28" creationId="{889C5E17-24D0-4696-A3C5-A2261FB455FA}"/>
          </ac:spMkLst>
        </pc:spChg>
        <pc:spChg chg="add">
          <ac:chgData name="SHAFI AHAMED" userId="3c58c60948219e8d" providerId="LiveId" clId="{BAD9803A-7AB1-494D-86EA-DD67E18F2E65}" dt="2026-03-13T07:30:19.969" v="134" actId="26606"/>
          <ac:spMkLst>
            <pc:docMk/>
            <pc:sldMk cId="1108451865" sldId="258"/>
            <ac:spMk id="30" creationId="{6929B58F-2358-44CC-ACE5-EF1BD3C6C824}"/>
          </ac:spMkLst>
        </pc:spChg>
        <pc:grpChg chg="add del">
          <ac:chgData name="SHAFI AHAMED" userId="3c58c60948219e8d" providerId="LiveId" clId="{BAD9803A-7AB1-494D-86EA-DD67E18F2E65}" dt="2026-03-13T07:30:19.969" v="134" actId="26606"/>
          <ac:grpSpMkLst>
            <pc:docMk/>
            <pc:sldMk cId="1108451865" sldId="258"/>
            <ac:grpSpMk id="12" creationId="{5E6B47BC-43FD-4C91-8BFF-B41B99A8A39E}"/>
          </ac:grpSpMkLst>
        </pc:grpChg>
        <pc:grpChg chg="add del">
          <ac:chgData name="SHAFI AHAMED" userId="3c58c60948219e8d" providerId="LiveId" clId="{BAD9803A-7AB1-494D-86EA-DD67E18F2E65}" dt="2026-03-13T07:30:19.969" v="134" actId="26606"/>
          <ac:grpSpMkLst>
            <pc:docMk/>
            <pc:sldMk cId="1108451865" sldId="258"/>
            <ac:grpSpMk id="16" creationId="{43F5E015-E085-4624-B431-B42414448684}"/>
          </ac:grpSpMkLst>
        </pc:grpChg>
        <pc:grpChg chg="add">
          <ac:chgData name="SHAFI AHAMED" userId="3c58c60948219e8d" providerId="LiveId" clId="{BAD9803A-7AB1-494D-86EA-DD67E18F2E65}" dt="2026-03-13T07:30:19.969" v="134" actId="26606"/>
          <ac:grpSpMkLst>
            <pc:docMk/>
            <pc:sldMk cId="1108451865" sldId="258"/>
            <ac:grpSpMk id="32" creationId="{09DA5303-A1AF-4830-806C-51FCD96188B7}"/>
          </ac:grpSpMkLst>
        </pc:grpChg>
      </pc:sldChg>
      <pc:sldChg chg="addSp delSp modSp new mod setBg">
        <pc:chgData name="SHAFI AHAMED" userId="3c58c60948219e8d" providerId="LiveId" clId="{BAD9803A-7AB1-494D-86EA-DD67E18F2E65}" dt="2026-03-13T07:30:15.663" v="133" actId="26606"/>
        <pc:sldMkLst>
          <pc:docMk/>
          <pc:sldMk cId="4056970114" sldId="259"/>
        </pc:sldMkLst>
        <pc:spChg chg="mod">
          <ac:chgData name="SHAFI AHAMED" userId="3c58c60948219e8d" providerId="LiveId" clId="{BAD9803A-7AB1-494D-86EA-DD67E18F2E65}" dt="2026-03-13T07:30:15.663" v="133" actId="26606"/>
          <ac:spMkLst>
            <pc:docMk/>
            <pc:sldMk cId="4056970114" sldId="259"/>
            <ac:spMk id="2" creationId="{8BB97C43-69C7-96AB-2050-A95C237F8FB5}"/>
          </ac:spMkLst>
        </pc:spChg>
        <pc:spChg chg="mod">
          <ac:chgData name="SHAFI AHAMED" userId="3c58c60948219e8d" providerId="LiveId" clId="{BAD9803A-7AB1-494D-86EA-DD67E18F2E65}" dt="2026-03-13T07:30:15.663" v="133" actId="26606"/>
          <ac:spMkLst>
            <pc:docMk/>
            <pc:sldMk cId="4056970114" sldId="259"/>
            <ac:spMk id="3" creationId="{FA5634A3-EED1-779A-210A-991006FFA503}"/>
          </ac:spMkLst>
        </pc:spChg>
        <pc:spChg chg="add del">
          <ac:chgData name="SHAFI AHAMED" userId="3c58c60948219e8d" providerId="LiveId" clId="{BAD9803A-7AB1-494D-86EA-DD67E18F2E65}" dt="2026-03-13T07:30:15.663" v="133" actId="26606"/>
          <ac:spMkLst>
            <pc:docMk/>
            <pc:sldMk cId="4056970114" sldId="259"/>
            <ac:spMk id="8" creationId="{815925C2-A704-4D47-B1C1-3FCA52512EC1}"/>
          </ac:spMkLst>
        </pc:spChg>
        <pc:spChg chg="add del">
          <ac:chgData name="SHAFI AHAMED" userId="3c58c60948219e8d" providerId="LiveId" clId="{BAD9803A-7AB1-494D-86EA-DD67E18F2E65}" dt="2026-03-13T07:30:15.663" v="133" actId="26606"/>
          <ac:spMkLst>
            <pc:docMk/>
            <pc:sldMk cId="4056970114" sldId="259"/>
            <ac:spMk id="10" creationId="{01D4315C-C23C-4FD3-98DF-08C29E2292A8}"/>
          </ac:spMkLst>
        </pc:spChg>
        <pc:spChg chg="add">
          <ac:chgData name="SHAFI AHAMED" userId="3c58c60948219e8d" providerId="LiveId" clId="{BAD9803A-7AB1-494D-86EA-DD67E18F2E65}" dt="2026-03-13T07:30:15.663" v="133" actId="26606"/>
          <ac:spMkLst>
            <pc:docMk/>
            <pc:sldMk cId="4056970114" sldId="259"/>
            <ac:spMk id="28" creationId="{889C5E17-24D0-4696-A3C5-A2261FB455FA}"/>
          </ac:spMkLst>
        </pc:spChg>
        <pc:spChg chg="add">
          <ac:chgData name="SHAFI AHAMED" userId="3c58c60948219e8d" providerId="LiveId" clId="{BAD9803A-7AB1-494D-86EA-DD67E18F2E65}" dt="2026-03-13T07:30:15.663" v="133" actId="26606"/>
          <ac:spMkLst>
            <pc:docMk/>
            <pc:sldMk cId="4056970114" sldId="259"/>
            <ac:spMk id="30" creationId="{6929B58F-2358-44CC-ACE5-EF1BD3C6C824}"/>
          </ac:spMkLst>
        </pc:spChg>
        <pc:grpChg chg="add del">
          <ac:chgData name="SHAFI AHAMED" userId="3c58c60948219e8d" providerId="LiveId" clId="{BAD9803A-7AB1-494D-86EA-DD67E18F2E65}" dt="2026-03-13T07:30:15.663" v="133" actId="26606"/>
          <ac:grpSpMkLst>
            <pc:docMk/>
            <pc:sldMk cId="4056970114" sldId="259"/>
            <ac:grpSpMk id="12" creationId="{5E6B47BC-43FD-4C91-8BFF-B41B99A8A39E}"/>
          </ac:grpSpMkLst>
        </pc:grpChg>
        <pc:grpChg chg="add del">
          <ac:chgData name="SHAFI AHAMED" userId="3c58c60948219e8d" providerId="LiveId" clId="{BAD9803A-7AB1-494D-86EA-DD67E18F2E65}" dt="2026-03-13T07:30:15.663" v="133" actId="26606"/>
          <ac:grpSpMkLst>
            <pc:docMk/>
            <pc:sldMk cId="4056970114" sldId="259"/>
            <ac:grpSpMk id="16" creationId="{43F5E015-E085-4624-B431-B42414448684}"/>
          </ac:grpSpMkLst>
        </pc:grpChg>
        <pc:grpChg chg="add">
          <ac:chgData name="SHAFI AHAMED" userId="3c58c60948219e8d" providerId="LiveId" clId="{BAD9803A-7AB1-494D-86EA-DD67E18F2E65}" dt="2026-03-13T07:30:15.663" v="133" actId="26606"/>
          <ac:grpSpMkLst>
            <pc:docMk/>
            <pc:sldMk cId="4056970114" sldId="259"/>
            <ac:grpSpMk id="32" creationId="{09DA5303-A1AF-4830-806C-51FCD96188B7}"/>
          </ac:grpSpMkLst>
        </pc:grpChg>
      </pc:sldChg>
      <pc:sldChg chg="addSp delSp modSp new mod setBg">
        <pc:chgData name="SHAFI AHAMED" userId="3c58c60948219e8d" providerId="LiveId" clId="{BAD9803A-7AB1-494D-86EA-DD67E18F2E65}" dt="2026-03-13T07:30:00.600" v="131" actId="26606"/>
        <pc:sldMkLst>
          <pc:docMk/>
          <pc:sldMk cId="1095580984" sldId="260"/>
        </pc:sldMkLst>
        <pc:spChg chg="mod">
          <ac:chgData name="SHAFI AHAMED" userId="3c58c60948219e8d" providerId="LiveId" clId="{BAD9803A-7AB1-494D-86EA-DD67E18F2E65}" dt="2026-03-13T07:30:00.600" v="131" actId="26606"/>
          <ac:spMkLst>
            <pc:docMk/>
            <pc:sldMk cId="1095580984" sldId="260"/>
            <ac:spMk id="2" creationId="{71109B8E-BF5A-7171-C9D9-6B1061397739}"/>
          </ac:spMkLst>
        </pc:spChg>
        <pc:spChg chg="mod">
          <ac:chgData name="SHAFI AHAMED" userId="3c58c60948219e8d" providerId="LiveId" clId="{BAD9803A-7AB1-494D-86EA-DD67E18F2E65}" dt="2026-03-13T07:30:00.600" v="131" actId="26606"/>
          <ac:spMkLst>
            <pc:docMk/>
            <pc:sldMk cId="1095580984" sldId="260"/>
            <ac:spMk id="3" creationId="{439E82AC-A31A-5F33-3B92-B89A3BA9D5A0}"/>
          </ac:spMkLst>
        </pc:spChg>
        <pc:spChg chg="add del">
          <ac:chgData name="SHAFI AHAMED" userId="3c58c60948219e8d" providerId="LiveId" clId="{BAD9803A-7AB1-494D-86EA-DD67E18F2E65}" dt="2026-03-13T07:30:00.600" v="131" actId="26606"/>
          <ac:spMkLst>
            <pc:docMk/>
            <pc:sldMk cId="1095580984" sldId="260"/>
            <ac:spMk id="8" creationId="{815925C2-A704-4D47-B1C1-3FCA52512EC1}"/>
          </ac:spMkLst>
        </pc:spChg>
        <pc:spChg chg="add del">
          <ac:chgData name="SHAFI AHAMED" userId="3c58c60948219e8d" providerId="LiveId" clId="{BAD9803A-7AB1-494D-86EA-DD67E18F2E65}" dt="2026-03-13T07:30:00.600" v="131" actId="26606"/>
          <ac:spMkLst>
            <pc:docMk/>
            <pc:sldMk cId="1095580984" sldId="260"/>
            <ac:spMk id="10" creationId="{01D4315C-C23C-4FD3-98DF-08C29E2292A8}"/>
          </ac:spMkLst>
        </pc:spChg>
        <pc:spChg chg="add del">
          <ac:chgData name="SHAFI AHAMED" userId="3c58c60948219e8d" providerId="LiveId" clId="{BAD9803A-7AB1-494D-86EA-DD67E18F2E65}" dt="2026-03-13T07:29:56.709" v="128" actId="26606"/>
          <ac:spMkLst>
            <pc:docMk/>
            <pc:sldMk cId="1095580984" sldId="260"/>
            <ac:spMk id="28" creationId="{889C5E17-24D0-4696-A3C5-A2261FB455FA}"/>
          </ac:spMkLst>
        </pc:spChg>
        <pc:spChg chg="add del">
          <ac:chgData name="SHAFI AHAMED" userId="3c58c60948219e8d" providerId="LiveId" clId="{BAD9803A-7AB1-494D-86EA-DD67E18F2E65}" dt="2026-03-13T07:29:56.709" v="128" actId="26606"/>
          <ac:spMkLst>
            <pc:docMk/>
            <pc:sldMk cId="1095580984" sldId="260"/>
            <ac:spMk id="30" creationId="{6929B58F-2358-44CC-ACE5-EF1BD3C6C824}"/>
          </ac:spMkLst>
        </pc:spChg>
        <pc:spChg chg="add del">
          <ac:chgData name="SHAFI AHAMED" userId="3c58c60948219e8d" providerId="LiveId" clId="{BAD9803A-7AB1-494D-86EA-DD67E18F2E65}" dt="2026-03-13T07:30:00.590" v="130" actId="26606"/>
          <ac:spMkLst>
            <pc:docMk/>
            <pc:sldMk cId="1095580984" sldId="260"/>
            <ac:spMk id="37" creationId="{18873D23-2DCF-4B31-A009-95721C06E8E1}"/>
          </ac:spMkLst>
        </pc:spChg>
        <pc:spChg chg="add del">
          <ac:chgData name="SHAFI AHAMED" userId="3c58c60948219e8d" providerId="LiveId" clId="{BAD9803A-7AB1-494D-86EA-DD67E18F2E65}" dt="2026-03-13T07:30:00.590" v="130" actId="26606"/>
          <ac:spMkLst>
            <pc:docMk/>
            <pc:sldMk cId="1095580984" sldId="260"/>
            <ac:spMk id="38" creationId="{C13EF075-D4EF-4929-ADBC-91B27DA19955}"/>
          </ac:spMkLst>
        </pc:spChg>
        <pc:spChg chg="add">
          <ac:chgData name="SHAFI AHAMED" userId="3c58c60948219e8d" providerId="LiveId" clId="{BAD9803A-7AB1-494D-86EA-DD67E18F2E65}" dt="2026-03-13T07:30:00.600" v="131" actId="26606"/>
          <ac:spMkLst>
            <pc:docMk/>
            <pc:sldMk cId="1095580984" sldId="260"/>
            <ac:spMk id="44" creationId="{889C5E17-24D0-4696-A3C5-A2261FB455FA}"/>
          </ac:spMkLst>
        </pc:spChg>
        <pc:spChg chg="add">
          <ac:chgData name="SHAFI AHAMED" userId="3c58c60948219e8d" providerId="LiveId" clId="{BAD9803A-7AB1-494D-86EA-DD67E18F2E65}" dt="2026-03-13T07:30:00.600" v="131" actId="26606"/>
          <ac:spMkLst>
            <pc:docMk/>
            <pc:sldMk cId="1095580984" sldId="260"/>
            <ac:spMk id="45" creationId="{6929B58F-2358-44CC-ACE5-EF1BD3C6C824}"/>
          </ac:spMkLst>
        </pc:spChg>
        <pc:grpChg chg="add del">
          <ac:chgData name="SHAFI AHAMED" userId="3c58c60948219e8d" providerId="LiveId" clId="{BAD9803A-7AB1-494D-86EA-DD67E18F2E65}" dt="2026-03-13T07:30:00.600" v="131" actId="26606"/>
          <ac:grpSpMkLst>
            <pc:docMk/>
            <pc:sldMk cId="1095580984" sldId="260"/>
            <ac:grpSpMk id="12" creationId="{5E6B47BC-43FD-4C91-8BFF-B41B99A8A39E}"/>
          </ac:grpSpMkLst>
        </pc:grpChg>
        <pc:grpChg chg="add del">
          <ac:chgData name="SHAFI AHAMED" userId="3c58c60948219e8d" providerId="LiveId" clId="{BAD9803A-7AB1-494D-86EA-DD67E18F2E65}" dt="2026-03-13T07:30:00.600" v="131" actId="26606"/>
          <ac:grpSpMkLst>
            <pc:docMk/>
            <pc:sldMk cId="1095580984" sldId="260"/>
            <ac:grpSpMk id="16" creationId="{43F5E015-E085-4624-B431-B42414448684}"/>
          </ac:grpSpMkLst>
        </pc:grpChg>
        <pc:grpChg chg="add del">
          <ac:chgData name="SHAFI AHAMED" userId="3c58c60948219e8d" providerId="LiveId" clId="{BAD9803A-7AB1-494D-86EA-DD67E18F2E65}" dt="2026-03-13T07:29:56.709" v="128" actId="26606"/>
          <ac:grpSpMkLst>
            <pc:docMk/>
            <pc:sldMk cId="1095580984" sldId="260"/>
            <ac:grpSpMk id="32" creationId="{09DA5303-A1AF-4830-806C-51FCD96188B7}"/>
          </ac:grpSpMkLst>
        </pc:grpChg>
        <pc:grpChg chg="add del">
          <ac:chgData name="SHAFI AHAMED" userId="3c58c60948219e8d" providerId="LiveId" clId="{BAD9803A-7AB1-494D-86EA-DD67E18F2E65}" dt="2026-03-13T07:30:00.590" v="130" actId="26606"/>
          <ac:grpSpMkLst>
            <pc:docMk/>
            <pc:sldMk cId="1095580984" sldId="260"/>
            <ac:grpSpMk id="39" creationId="{DAA26DFA-AAB2-4973-9C17-16D587C7B198}"/>
          </ac:grpSpMkLst>
        </pc:grpChg>
        <pc:grpChg chg="add">
          <ac:chgData name="SHAFI AHAMED" userId="3c58c60948219e8d" providerId="LiveId" clId="{BAD9803A-7AB1-494D-86EA-DD67E18F2E65}" dt="2026-03-13T07:30:00.600" v="131" actId="26606"/>
          <ac:grpSpMkLst>
            <pc:docMk/>
            <pc:sldMk cId="1095580984" sldId="260"/>
            <ac:grpSpMk id="46" creationId="{09DA5303-A1AF-4830-806C-51FCD96188B7}"/>
          </ac:grpSpMkLst>
        </pc:grpChg>
      </pc:sldChg>
      <pc:sldChg chg="addSp delSp modSp new mod setBg">
        <pc:chgData name="SHAFI AHAMED" userId="3c58c60948219e8d" providerId="LiveId" clId="{BAD9803A-7AB1-494D-86EA-DD67E18F2E65}" dt="2026-03-13T07:30:04.640" v="132" actId="26606"/>
        <pc:sldMkLst>
          <pc:docMk/>
          <pc:sldMk cId="3684485581" sldId="261"/>
        </pc:sldMkLst>
        <pc:spChg chg="mod">
          <ac:chgData name="SHAFI AHAMED" userId="3c58c60948219e8d" providerId="LiveId" clId="{BAD9803A-7AB1-494D-86EA-DD67E18F2E65}" dt="2026-03-13T07:30:04.640" v="132" actId="26606"/>
          <ac:spMkLst>
            <pc:docMk/>
            <pc:sldMk cId="3684485581" sldId="261"/>
            <ac:spMk id="2" creationId="{9FD635E1-276F-3710-CAB6-D57D290F3CC4}"/>
          </ac:spMkLst>
        </pc:spChg>
        <pc:spChg chg="mod">
          <ac:chgData name="SHAFI AHAMED" userId="3c58c60948219e8d" providerId="LiveId" clId="{BAD9803A-7AB1-494D-86EA-DD67E18F2E65}" dt="2026-03-13T07:30:04.640" v="132" actId="26606"/>
          <ac:spMkLst>
            <pc:docMk/>
            <pc:sldMk cId="3684485581" sldId="261"/>
            <ac:spMk id="3" creationId="{2204E050-ED6B-6D50-00AE-F17034B0DE56}"/>
          </ac:spMkLst>
        </pc:spChg>
        <pc:spChg chg="add del">
          <ac:chgData name="SHAFI AHAMED" userId="3c58c60948219e8d" providerId="LiveId" clId="{BAD9803A-7AB1-494D-86EA-DD67E18F2E65}" dt="2026-03-13T07:29:49.073" v="126" actId="26606"/>
          <ac:spMkLst>
            <pc:docMk/>
            <pc:sldMk cId="3684485581" sldId="261"/>
            <ac:spMk id="8" creationId="{815925C2-A704-4D47-B1C1-3FCA52512EC1}"/>
          </ac:spMkLst>
        </pc:spChg>
        <pc:spChg chg="add del">
          <ac:chgData name="SHAFI AHAMED" userId="3c58c60948219e8d" providerId="LiveId" clId="{BAD9803A-7AB1-494D-86EA-DD67E18F2E65}" dt="2026-03-13T07:29:49.073" v="126" actId="26606"/>
          <ac:spMkLst>
            <pc:docMk/>
            <pc:sldMk cId="3684485581" sldId="261"/>
            <ac:spMk id="10" creationId="{01D4315C-C23C-4FD3-98DF-08C29E2292A8}"/>
          </ac:spMkLst>
        </pc:spChg>
        <pc:spChg chg="add del">
          <ac:chgData name="SHAFI AHAMED" userId="3c58c60948219e8d" providerId="LiveId" clId="{BAD9803A-7AB1-494D-86EA-DD67E18F2E65}" dt="2026-03-13T07:30:04.640" v="132" actId="26606"/>
          <ac:spMkLst>
            <pc:docMk/>
            <pc:sldMk cId="3684485581" sldId="261"/>
            <ac:spMk id="28" creationId="{18873D23-2DCF-4B31-A009-95721C06E8E1}"/>
          </ac:spMkLst>
        </pc:spChg>
        <pc:spChg chg="add del">
          <ac:chgData name="SHAFI AHAMED" userId="3c58c60948219e8d" providerId="LiveId" clId="{BAD9803A-7AB1-494D-86EA-DD67E18F2E65}" dt="2026-03-13T07:30:04.640" v="132" actId="26606"/>
          <ac:spMkLst>
            <pc:docMk/>
            <pc:sldMk cId="3684485581" sldId="261"/>
            <ac:spMk id="30" creationId="{C13EF075-D4EF-4929-ADBC-91B27DA19955}"/>
          </ac:spMkLst>
        </pc:spChg>
        <pc:spChg chg="add">
          <ac:chgData name="SHAFI AHAMED" userId="3c58c60948219e8d" providerId="LiveId" clId="{BAD9803A-7AB1-494D-86EA-DD67E18F2E65}" dt="2026-03-13T07:30:04.640" v="132" actId="26606"/>
          <ac:spMkLst>
            <pc:docMk/>
            <pc:sldMk cId="3684485581" sldId="261"/>
            <ac:spMk id="41" creationId="{889C5E17-24D0-4696-A3C5-A2261FB455FA}"/>
          </ac:spMkLst>
        </pc:spChg>
        <pc:spChg chg="add">
          <ac:chgData name="SHAFI AHAMED" userId="3c58c60948219e8d" providerId="LiveId" clId="{BAD9803A-7AB1-494D-86EA-DD67E18F2E65}" dt="2026-03-13T07:30:04.640" v="132" actId="26606"/>
          <ac:spMkLst>
            <pc:docMk/>
            <pc:sldMk cId="3684485581" sldId="261"/>
            <ac:spMk id="43" creationId="{6929B58F-2358-44CC-ACE5-EF1BD3C6C824}"/>
          </ac:spMkLst>
        </pc:spChg>
        <pc:grpChg chg="add del">
          <ac:chgData name="SHAFI AHAMED" userId="3c58c60948219e8d" providerId="LiveId" clId="{BAD9803A-7AB1-494D-86EA-DD67E18F2E65}" dt="2026-03-13T07:29:49.073" v="126" actId="26606"/>
          <ac:grpSpMkLst>
            <pc:docMk/>
            <pc:sldMk cId="3684485581" sldId="261"/>
            <ac:grpSpMk id="12" creationId="{5E6B47BC-43FD-4C91-8BFF-B41B99A8A39E}"/>
          </ac:grpSpMkLst>
        </pc:grpChg>
        <pc:grpChg chg="add del">
          <ac:chgData name="SHAFI AHAMED" userId="3c58c60948219e8d" providerId="LiveId" clId="{BAD9803A-7AB1-494D-86EA-DD67E18F2E65}" dt="2026-03-13T07:29:49.073" v="126" actId="26606"/>
          <ac:grpSpMkLst>
            <pc:docMk/>
            <pc:sldMk cId="3684485581" sldId="261"/>
            <ac:grpSpMk id="16" creationId="{43F5E015-E085-4624-B431-B42414448684}"/>
          </ac:grpSpMkLst>
        </pc:grpChg>
        <pc:grpChg chg="add del">
          <ac:chgData name="SHAFI AHAMED" userId="3c58c60948219e8d" providerId="LiveId" clId="{BAD9803A-7AB1-494D-86EA-DD67E18F2E65}" dt="2026-03-13T07:30:04.640" v="132" actId="26606"/>
          <ac:grpSpMkLst>
            <pc:docMk/>
            <pc:sldMk cId="3684485581" sldId="261"/>
            <ac:grpSpMk id="32" creationId="{DAA26DFA-AAB2-4973-9C17-16D587C7B198}"/>
          </ac:grpSpMkLst>
        </pc:grpChg>
        <pc:grpChg chg="add">
          <ac:chgData name="SHAFI AHAMED" userId="3c58c60948219e8d" providerId="LiveId" clId="{BAD9803A-7AB1-494D-86EA-DD67E18F2E65}" dt="2026-03-13T07:30:04.640" v="132" actId="26606"/>
          <ac:grpSpMkLst>
            <pc:docMk/>
            <pc:sldMk cId="3684485581" sldId="261"/>
            <ac:grpSpMk id="45" creationId="{09DA5303-A1AF-4830-806C-51FCD96188B7}"/>
          </ac:grpSpMkLst>
        </pc:grpChg>
      </pc:sldChg>
      <pc:sldChg chg="addSp modSp new mod setBg">
        <pc:chgData name="SHAFI AHAMED" userId="3c58c60948219e8d" providerId="LiveId" clId="{BAD9803A-7AB1-494D-86EA-DD67E18F2E65}" dt="2026-03-13T07:39:03.362" v="244" actId="20577"/>
        <pc:sldMkLst>
          <pc:docMk/>
          <pc:sldMk cId="4219955824" sldId="262"/>
        </pc:sldMkLst>
        <pc:spChg chg="mod">
          <ac:chgData name="SHAFI AHAMED" userId="3c58c60948219e8d" providerId="LiveId" clId="{BAD9803A-7AB1-494D-86EA-DD67E18F2E65}" dt="2026-03-13T07:39:03.362" v="244" actId="20577"/>
          <ac:spMkLst>
            <pc:docMk/>
            <pc:sldMk cId="4219955824" sldId="262"/>
            <ac:spMk id="2" creationId="{76E7DC73-1893-A6B8-E98C-9E9EBDABD55C}"/>
          </ac:spMkLst>
        </pc:spChg>
        <pc:spChg chg="mod">
          <ac:chgData name="SHAFI AHAMED" userId="3c58c60948219e8d" providerId="LiveId" clId="{BAD9803A-7AB1-494D-86EA-DD67E18F2E65}" dt="2026-03-13T07:38:57.240" v="234" actId="20577"/>
          <ac:spMkLst>
            <pc:docMk/>
            <pc:sldMk cId="4219955824" sldId="262"/>
            <ac:spMk id="3" creationId="{AFE98B8F-1824-06A6-839A-A1567A3E6C70}"/>
          </ac:spMkLst>
        </pc:spChg>
        <pc:spChg chg="add">
          <ac:chgData name="SHAFI AHAMED" userId="3c58c60948219e8d" providerId="LiveId" clId="{BAD9803A-7AB1-494D-86EA-DD67E18F2E65}" dt="2026-03-13T07:29:40.933" v="125" actId="26606"/>
          <ac:spMkLst>
            <pc:docMk/>
            <pc:sldMk cId="4219955824" sldId="262"/>
            <ac:spMk id="10" creationId="{EDDBB197-D710-4A4F-A9CA-FD2177498BE8}"/>
          </ac:spMkLst>
        </pc:spChg>
        <pc:spChg chg="add">
          <ac:chgData name="SHAFI AHAMED" userId="3c58c60948219e8d" providerId="LiveId" clId="{BAD9803A-7AB1-494D-86EA-DD67E18F2E65}" dt="2026-03-13T07:29:40.933" v="125" actId="26606"/>
          <ac:spMkLst>
            <pc:docMk/>
            <pc:sldMk cId="4219955824" sldId="262"/>
            <ac:spMk id="12" creationId="{975D1CFA-2CDB-4B64-BD9F-85744E8DA12F}"/>
          </ac:spMkLst>
        </pc:spChg>
        <pc:grpChg chg="add">
          <ac:chgData name="SHAFI AHAMED" userId="3c58c60948219e8d" providerId="LiveId" clId="{BAD9803A-7AB1-494D-86EA-DD67E18F2E65}" dt="2026-03-13T07:29:40.933" v="125" actId="26606"/>
          <ac:grpSpMkLst>
            <pc:docMk/>
            <pc:sldMk cId="4219955824" sldId="262"/>
            <ac:grpSpMk id="14" creationId="{25EE5136-01F1-466C-962D-BA9B4C6757AA}"/>
          </ac:grpSpMkLst>
        </pc:grpChg>
        <pc:picChg chg="add">
          <ac:chgData name="SHAFI AHAMED" userId="3c58c60948219e8d" providerId="LiveId" clId="{BAD9803A-7AB1-494D-86EA-DD67E18F2E65}" dt="2026-03-13T07:29:40.933" v="125" actId="26606"/>
          <ac:picMkLst>
            <pc:docMk/>
            <pc:sldMk cId="4219955824" sldId="262"/>
            <ac:picMk id="7" creationId="{8763D8CA-93ED-3F4F-2D1A-9352C823F62A}"/>
          </ac:picMkLst>
        </pc:picChg>
      </pc:sldChg>
      <pc:sldChg chg="addSp delSp modSp new mod setBg">
        <pc:chgData name="SHAFI AHAMED" userId="3c58c60948219e8d" providerId="LiveId" clId="{BAD9803A-7AB1-494D-86EA-DD67E18F2E65}" dt="2026-03-13T07:38:20.099" v="220" actId="14100"/>
        <pc:sldMkLst>
          <pc:docMk/>
          <pc:sldMk cId="758080181" sldId="263"/>
        </pc:sldMkLst>
        <pc:spChg chg="mod ord">
          <ac:chgData name="SHAFI AHAMED" userId="3c58c60948219e8d" providerId="LiveId" clId="{BAD9803A-7AB1-494D-86EA-DD67E18F2E65}" dt="2026-03-13T07:37:51.180" v="212" actId="122"/>
          <ac:spMkLst>
            <pc:docMk/>
            <pc:sldMk cId="758080181" sldId="263"/>
            <ac:spMk id="2" creationId="{CDBEB223-EE62-BB1E-443C-E2CF2AE71D35}"/>
          </ac:spMkLst>
        </pc:spChg>
        <pc:spChg chg="del">
          <ac:chgData name="SHAFI AHAMED" userId="3c58c60948219e8d" providerId="LiveId" clId="{BAD9803A-7AB1-494D-86EA-DD67E18F2E65}" dt="2026-03-13T07:35:26.754" v="151" actId="931"/>
          <ac:spMkLst>
            <pc:docMk/>
            <pc:sldMk cId="758080181" sldId="263"/>
            <ac:spMk id="3" creationId="{EC4653FE-2CD3-4F81-D37B-867F65F57113}"/>
          </ac:spMkLst>
        </pc:spChg>
        <pc:spChg chg="add del">
          <ac:chgData name="SHAFI AHAMED" userId="3c58c60948219e8d" providerId="LiveId" clId="{BAD9803A-7AB1-494D-86EA-DD67E18F2E65}" dt="2026-03-13T07:36:09.236" v="182" actId="26606"/>
          <ac:spMkLst>
            <pc:docMk/>
            <pc:sldMk cId="758080181" sldId="263"/>
            <ac:spMk id="9" creationId="{15D29CCC-A797-D806-9F85-3351ADB5217D}"/>
          </ac:spMkLst>
        </pc:spChg>
        <pc:spChg chg="add del">
          <ac:chgData name="SHAFI AHAMED" userId="3c58c60948219e8d" providerId="LiveId" clId="{BAD9803A-7AB1-494D-86EA-DD67E18F2E65}" dt="2026-03-13T07:36:09.236" v="182" actId="26606"/>
          <ac:spMkLst>
            <pc:docMk/>
            <pc:sldMk cId="758080181" sldId="263"/>
            <ac:spMk id="12" creationId="{1E020063-2385-44AC-BD67-258E1F0B9FCE}"/>
          </ac:spMkLst>
        </pc:spChg>
        <pc:spChg chg="add del">
          <ac:chgData name="SHAFI AHAMED" userId="3c58c60948219e8d" providerId="LiveId" clId="{BAD9803A-7AB1-494D-86EA-DD67E18F2E65}" dt="2026-03-13T07:36:09.236" v="182" actId="26606"/>
          <ac:spMkLst>
            <pc:docMk/>
            <pc:sldMk cId="758080181" sldId="263"/>
            <ac:spMk id="14" creationId="{7E014A0B-5338-4077-AFE9-A90D04D4492B}"/>
          </ac:spMkLst>
        </pc:spChg>
        <pc:spChg chg="add del">
          <ac:chgData name="SHAFI AHAMED" userId="3c58c60948219e8d" providerId="LiveId" clId="{BAD9803A-7AB1-494D-86EA-DD67E18F2E65}" dt="2026-03-13T07:36:10.754" v="184" actId="26606"/>
          <ac:spMkLst>
            <pc:docMk/>
            <pc:sldMk cId="758080181" sldId="263"/>
            <ac:spMk id="28" creationId="{D1942232-83D0-49E2-AF9B-1F97E3C1EF8E}"/>
          </ac:spMkLst>
        </pc:spChg>
        <pc:spChg chg="add del">
          <ac:chgData name="SHAFI AHAMED" userId="3c58c60948219e8d" providerId="LiveId" clId="{BAD9803A-7AB1-494D-86EA-DD67E18F2E65}" dt="2026-03-13T07:36:10.754" v="184" actId="26606"/>
          <ac:spMkLst>
            <pc:docMk/>
            <pc:sldMk cId="758080181" sldId="263"/>
            <ac:spMk id="29" creationId="{E9E70D72-6E23-4015-A4A6-85C120C19167}"/>
          </ac:spMkLst>
        </pc:spChg>
        <pc:spChg chg="add del">
          <ac:chgData name="SHAFI AHAMED" userId="3c58c60948219e8d" providerId="LiveId" clId="{BAD9803A-7AB1-494D-86EA-DD67E18F2E65}" dt="2026-03-13T07:36:10.754" v="184" actId="26606"/>
          <ac:spMkLst>
            <pc:docMk/>
            <pc:sldMk cId="758080181" sldId="263"/>
            <ac:spMk id="35" creationId="{0F37B95A-86EF-511E-C575-9B03EF36D5A9}"/>
          </ac:spMkLst>
        </pc:spChg>
        <pc:spChg chg="add del">
          <ac:chgData name="SHAFI AHAMED" userId="3c58c60948219e8d" providerId="LiveId" clId="{BAD9803A-7AB1-494D-86EA-DD67E18F2E65}" dt="2026-03-13T07:36:11.636" v="186" actId="26606"/>
          <ac:spMkLst>
            <pc:docMk/>
            <pc:sldMk cId="758080181" sldId="263"/>
            <ac:spMk id="42" creationId="{04812C46-200A-4DEB-A05E-3ED6C68C2387}"/>
          </ac:spMkLst>
        </pc:spChg>
        <pc:spChg chg="add del">
          <ac:chgData name="SHAFI AHAMED" userId="3c58c60948219e8d" providerId="LiveId" clId="{BAD9803A-7AB1-494D-86EA-DD67E18F2E65}" dt="2026-03-13T07:36:11.636" v="186" actId="26606"/>
          <ac:spMkLst>
            <pc:docMk/>
            <pc:sldMk cId="758080181" sldId="263"/>
            <ac:spMk id="43" creationId="{D1EA859B-E555-4109-94F3-6700E046E008}"/>
          </ac:spMkLst>
        </pc:spChg>
        <pc:spChg chg="add del">
          <ac:chgData name="SHAFI AHAMED" userId="3c58c60948219e8d" providerId="LiveId" clId="{BAD9803A-7AB1-494D-86EA-DD67E18F2E65}" dt="2026-03-13T07:36:11.636" v="186" actId="26606"/>
          <ac:spMkLst>
            <pc:docMk/>
            <pc:sldMk cId="758080181" sldId="263"/>
            <ac:spMk id="44" creationId="{9B85FAE5-4BC2-FF64-A3C7-4196D62F1A76}"/>
          </ac:spMkLst>
        </pc:spChg>
        <pc:spChg chg="add del">
          <ac:chgData name="SHAFI AHAMED" userId="3c58c60948219e8d" providerId="LiveId" clId="{BAD9803A-7AB1-494D-86EA-DD67E18F2E65}" dt="2026-03-13T07:36:12.561" v="188" actId="26606"/>
          <ac:spMkLst>
            <pc:docMk/>
            <pc:sldMk cId="758080181" sldId="263"/>
            <ac:spMk id="46" creationId="{1E020063-2385-44AC-BD67-258E1F0B9FCE}"/>
          </ac:spMkLst>
        </pc:spChg>
        <pc:spChg chg="add del">
          <ac:chgData name="SHAFI AHAMED" userId="3c58c60948219e8d" providerId="LiveId" clId="{BAD9803A-7AB1-494D-86EA-DD67E18F2E65}" dt="2026-03-13T07:36:12.561" v="188" actId="26606"/>
          <ac:spMkLst>
            <pc:docMk/>
            <pc:sldMk cId="758080181" sldId="263"/>
            <ac:spMk id="47" creationId="{7E014A0B-5338-4077-AFE9-A90D04D4492B}"/>
          </ac:spMkLst>
        </pc:spChg>
        <pc:spChg chg="add del">
          <ac:chgData name="SHAFI AHAMED" userId="3c58c60948219e8d" providerId="LiveId" clId="{BAD9803A-7AB1-494D-86EA-DD67E18F2E65}" dt="2026-03-13T07:36:12.561" v="188" actId="26606"/>
          <ac:spMkLst>
            <pc:docMk/>
            <pc:sldMk cId="758080181" sldId="263"/>
            <ac:spMk id="49" creationId="{15D29CCC-A797-D806-9F85-3351ADB5217D}"/>
          </ac:spMkLst>
        </pc:spChg>
        <pc:spChg chg="add del">
          <ac:chgData name="SHAFI AHAMED" userId="3c58c60948219e8d" providerId="LiveId" clId="{BAD9803A-7AB1-494D-86EA-DD67E18F2E65}" dt="2026-03-13T07:36:14.326" v="190" actId="26606"/>
          <ac:spMkLst>
            <pc:docMk/>
            <pc:sldMk cId="758080181" sldId="263"/>
            <ac:spMk id="52" creationId="{E45CA849-654C-4173-AD99-B3A2528275F5}"/>
          </ac:spMkLst>
        </pc:spChg>
        <pc:spChg chg="add del">
          <ac:chgData name="SHAFI AHAMED" userId="3c58c60948219e8d" providerId="LiveId" clId="{BAD9803A-7AB1-494D-86EA-DD67E18F2E65}" dt="2026-03-13T07:36:14.326" v="190" actId="26606"/>
          <ac:spMkLst>
            <pc:docMk/>
            <pc:sldMk cId="758080181" sldId="263"/>
            <ac:spMk id="53" creationId="{3E23A947-2D45-4208-AE2B-64948C87A3EB}"/>
          </ac:spMkLst>
        </pc:spChg>
        <pc:spChg chg="add del">
          <ac:chgData name="SHAFI AHAMED" userId="3c58c60948219e8d" providerId="LiveId" clId="{BAD9803A-7AB1-494D-86EA-DD67E18F2E65}" dt="2026-03-13T07:36:14.326" v="190" actId="26606"/>
          <ac:spMkLst>
            <pc:docMk/>
            <pc:sldMk cId="758080181" sldId="263"/>
            <ac:spMk id="54" creationId="{E5BBB0F9-6A59-4D02-A9C7-A2D6516684CE}"/>
          </ac:spMkLst>
        </pc:spChg>
        <pc:spChg chg="add del">
          <ac:chgData name="SHAFI AHAMED" userId="3c58c60948219e8d" providerId="LiveId" clId="{BAD9803A-7AB1-494D-86EA-DD67E18F2E65}" dt="2026-03-13T07:36:14.326" v="190" actId="26606"/>
          <ac:spMkLst>
            <pc:docMk/>
            <pc:sldMk cId="758080181" sldId="263"/>
            <ac:spMk id="55" creationId="{492F0083-F712-70ED-8A97-0D5AF3C7CDD9}"/>
          </ac:spMkLst>
        </pc:spChg>
        <pc:grpChg chg="add del">
          <ac:chgData name="SHAFI AHAMED" userId="3c58c60948219e8d" providerId="LiveId" clId="{BAD9803A-7AB1-494D-86EA-DD67E18F2E65}" dt="2026-03-13T07:36:09.236" v="182" actId="26606"/>
          <ac:grpSpMkLst>
            <pc:docMk/>
            <pc:sldMk cId="758080181" sldId="263"/>
            <ac:grpSpMk id="16" creationId="{78127680-150F-4A90-9950-F66392578116}"/>
          </ac:grpSpMkLst>
        </pc:grpChg>
        <pc:grpChg chg="add del">
          <ac:chgData name="SHAFI AHAMED" userId="3c58c60948219e8d" providerId="LiveId" clId="{BAD9803A-7AB1-494D-86EA-DD67E18F2E65}" dt="2026-03-13T07:36:09.236" v="182" actId="26606"/>
          <ac:grpSpMkLst>
            <pc:docMk/>
            <pc:sldMk cId="758080181" sldId="263"/>
            <ac:grpSpMk id="22" creationId="{466920E5-8640-4C24-A775-8647637094A7}"/>
          </ac:grpSpMkLst>
        </pc:grpChg>
        <pc:grpChg chg="add del">
          <ac:chgData name="SHAFI AHAMED" userId="3c58c60948219e8d" providerId="LiveId" clId="{BAD9803A-7AB1-494D-86EA-DD67E18F2E65}" dt="2026-03-13T07:36:10.754" v="184" actId="26606"/>
          <ac:grpSpMkLst>
            <pc:docMk/>
            <pc:sldMk cId="758080181" sldId="263"/>
            <ac:grpSpMk id="30" creationId="{C28A977F-B603-4D81-B0FC-C8DE048A7931}"/>
          </ac:grpSpMkLst>
        </pc:grpChg>
        <pc:grpChg chg="add del">
          <ac:chgData name="SHAFI AHAMED" userId="3c58c60948219e8d" providerId="LiveId" clId="{BAD9803A-7AB1-494D-86EA-DD67E18F2E65}" dt="2026-03-13T07:36:10.754" v="184" actId="26606"/>
          <ac:grpSpMkLst>
            <pc:docMk/>
            <pc:sldMk cId="758080181" sldId="263"/>
            <ac:grpSpMk id="36" creationId="{C78D9229-E61D-4FEE-8321-2F8B64A8CADF}"/>
          </ac:grpSpMkLst>
        </pc:grpChg>
        <pc:grpChg chg="add del">
          <ac:chgData name="SHAFI AHAMED" userId="3c58c60948219e8d" providerId="LiveId" clId="{BAD9803A-7AB1-494D-86EA-DD67E18F2E65}" dt="2026-03-13T07:36:12.561" v="188" actId="26606"/>
          <ac:grpSpMkLst>
            <pc:docMk/>
            <pc:sldMk cId="758080181" sldId="263"/>
            <ac:grpSpMk id="48" creationId="{78127680-150F-4A90-9950-F66392578116}"/>
          </ac:grpSpMkLst>
        </pc:grpChg>
        <pc:grpChg chg="add del">
          <ac:chgData name="SHAFI AHAMED" userId="3c58c60948219e8d" providerId="LiveId" clId="{BAD9803A-7AB1-494D-86EA-DD67E18F2E65}" dt="2026-03-13T07:36:12.561" v="188" actId="26606"/>
          <ac:grpSpMkLst>
            <pc:docMk/>
            <pc:sldMk cId="758080181" sldId="263"/>
            <ac:grpSpMk id="50" creationId="{466920E5-8640-4C24-A775-8647637094A7}"/>
          </ac:grpSpMkLst>
        </pc:grpChg>
        <pc:picChg chg="add mod ord">
          <ac:chgData name="SHAFI AHAMED" userId="3c58c60948219e8d" providerId="LiveId" clId="{BAD9803A-7AB1-494D-86EA-DD67E18F2E65}" dt="2026-03-13T07:38:20.099" v="220" actId="14100"/>
          <ac:picMkLst>
            <pc:docMk/>
            <pc:sldMk cId="758080181" sldId="263"/>
            <ac:picMk id="5" creationId="{4521C2E8-3FB2-1D24-27F6-3B295717A83B}"/>
          </ac:picMkLst>
        </pc:picChg>
      </pc:sldChg>
      <pc:sldChg chg="addSp delSp modSp new mod">
        <pc:chgData name="SHAFI AHAMED" userId="3c58c60948219e8d" providerId="LiveId" clId="{BAD9803A-7AB1-494D-86EA-DD67E18F2E65}" dt="2026-03-13T07:37:32.633" v="206" actId="122"/>
        <pc:sldMkLst>
          <pc:docMk/>
          <pc:sldMk cId="3108234384" sldId="264"/>
        </pc:sldMkLst>
        <pc:spChg chg="mod">
          <ac:chgData name="SHAFI AHAMED" userId="3c58c60948219e8d" providerId="LiveId" clId="{BAD9803A-7AB1-494D-86EA-DD67E18F2E65}" dt="2026-03-13T07:37:32.633" v="206" actId="122"/>
          <ac:spMkLst>
            <pc:docMk/>
            <pc:sldMk cId="3108234384" sldId="264"/>
            <ac:spMk id="2" creationId="{60A4BE9A-7795-F536-5CBD-25A6B573C931}"/>
          </ac:spMkLst>
        </pc:spChg>
        <pc:spChg chg="add del">
          <ac:chgData name="SHAFI AHAMED" userId="3c58c60948219e8d" providerId="LiveId" clId="{BAD9803A-7AB1-494D-86EA-DD67E18F2E65}" dt="2026-03-13T07:36:40.899" v="197" actId="931"/>
          <ac:spMkLst>
            <pc:docMk/>
            <pc:sldMk cId="3108234384" sldId="264"/>
            <ac:spMk id="3" creationId="{966FD1F9-B492-8229-61CD-5416EE155E8D}"/>
          </ac:spMkLst>
        </pc:spChg>
        <pc:picChg chg="add del mod ord">
          <ac:chgData name="SHAFI AHAMED" userId="3c58c60948219e8d" providerId="LiveId" clId="{BAD9803A-7AB1-494D-86EA-DD67E18F2E65}" dt="2026-03-13T07:36:14.672" v="191" actId="931"/>
          <ac:picMkLst>
            <pc:docMk/>
            <pc:sldMk cId="3108234384" sldId="264"/>
            <ac:picMk id="5" creationId="{C95C4B63-971E-E86C-696E-65D8CDD4657E}"/>
          </ac:picMkLst>
        </pc:picChg>
        <pc:picChg chg="add mod ord">
          <ac:chgData name="SHAFI AHAMED" userId="3c58c60948219e8d" providerId="LiveId" clId="{BAD9803A-7AB1-494D-86EA-DD67E18F2E65}" dt="2026-03-13T07:37:17.792" v="201" actId="14100"/>
          <ac:picMkLst>
            <pc:docMk/>
            <pc:sldMk cId="3108234384" sldId="264"/>
            <ac:picMk id="7" creationId="{4F1D14DB-3C92-8554-B60F-8BC0F044405A}"/>
          </ac:picMkLst>
        </pc:picChg>
      </pc:sldChg>
      <pc:sldChg chg="addSp delSp modSp new mod">
        <pc:chgData name="SHAFI AHAMED" userId="3c58c60948219e8d" providerId="LiveId" clId="{BAD9803A-7AB1-494D-86EA-DD67E18F2E65}" dt="2026-03-13T07:38:40.070" v="225" actId="14100"/>
        <pc:sldMkLst>
          <pc:docMk/>
          <pc:sldMk cId="2990018751" sldId="265"/>
        </pc:sldMkLst>
        <pc:spChg chg="mod">
          <ac:chgData name="SHAFI AHAMED" userId="3c58c60948219e8d" providerId="LiveId" clId="{BAD9803A-7AB1-494D-86EA-DD67E18F2E65}" dt="2026-03-13T07:38:03.687" v="216" actId="122"/>
          <ac:spMkLst>
            <pc:docMk/>
            <pc:sldMk cId="2990018751" sldId="265"/>
            <ac:spMk id="2" creationId="{B3FA5278-1EC3-C0AD-35FC-3B4DE64D8C7D}"/>
          </ac:spMkLst>
        </pc:spChg>
        <pc:spChg chg="del">
          <ac:chgData name="SHAFI AHAMED" userId="3c58c60948219e8d" providerId="LiveId" clId="{BAD9803A-7AB1-494D-86EA-DD67E18F2E65}" dt="2026-03-13T07:35:44.212" v="164" actId="931"/>
          <ac:spMkLst>
            <pc:docMk/>
            <pc:sldMk cId="2990018751" sldId="265"/>
            <ac:spMk id="3" creationId="{535CBE19-CAD4-7280-B383-29276C2EDE36}"/>
          </ac:spMkLst>
        </pc:spChg>
        <pc:picChg chg="add mod ord">
          <ac:chgData name="SHAFI AHAMED" userId="3c58c60948219e8d" providerId="LiveId" clId="{BAD9803A-7AB1-494D-86EA-DD67E18F2E65}" dt="2026-03-13T07:38:40.070" v="225" actId="14100"/>
          <ac:picMkLst>
            <pc:docMk/>
            <pc:sldMk cId="2990018751" sldId="265"/>
            <ac:picMk id="5" creationId="{D86AA703-E1A8-149E-BFD5-20BD87DC0E1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AC17F-17EC-F919-5645-B055CC70F3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44A1520-1572-57EA-1C61-C645349AF9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83CE9C2-CA25-9319-BEE7-2C580DD7EE58}"/>
              </a:ext>
            </a:extLst>
          </p:cNvPr>
          <p:cNvSpPr>
            <a:spLocks noGrp="1"/>
          </p:cNvSpPr>
          <p:nvPr>
            <p:ph type="dt" sz="half" idx="10"/>
          </p:nvPr>
        </p:nvSpPr>
        <p:spPr/>
        <p:txBody>
          <a:bodyPr/>
          <a:lstStyle/>
          <a:p>
            <a:fld id="{75287840-69F3-403D-9311-9A608B88F441}" type="datetimeFigureOut">
              <a:rPr lang="en-IN" smtClean="0"/>
              <a:t>13-03-2026</a:t>
            </a:fld>
            <a:endParaRPr lang="en-IN"/>
          </a:p>
        </p:txBody>
      </p:sp>
      <p:sp>
        <p:nvSpPr>
          <p:cNvPr id="5" name="Footer Placeholder 4">
            <a:extLst>
              <a:ext uri="{FF2B5EF4-FFF2-40B4-BE49-F238E27FC236}">
                <a16:creationId xmlns:a16="http://schemas.microsoft.com/office/drawing/2014/main" id="{3C6FB968-7E8D-5DC1-730C-53CC6EDBB1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5CE234-AA7B-AC55-4B7C-CC29316521B3}"/>
              </a:ext>
            </a:extLst>
          </p:cNvPr>
          <p:cNvSpPr>
            <a:spLocks noGrp="1"/>
          </p:cNvSpPr>
          <p:nvPr>
            <p:ph type="sldNum" sz="quarter" idx="12"/>
          </p:nvPr>
        </p:nvSpPr>
        <p:spPr/>
        <p:txBody>
          <a:bodyPr/>
          <a:lstStyle/>
          <a:p>
            <a:fld id="{2D46AA55-EF48-42CC-B80D-10FFB6B67D1C}" type="slidenum">
              <a:rPr lang="en-IN" smtClean="0"/>
              <a:t>‹#›</a:t>
            </a:fld>
            <a:endParaRPr lang="en-IN"/>
          </a:p>
        </p:txBody>
      </p:sp>
    </p:spTree>
    <p:extLst>
      <p:ext uri="{BB962C8B-B14F-4D97-AF65-F5344CB8AC3E}">
        <p14:creationId xmlns:p14="http://schemas.microsoft.com/office/powerpoint/2010/main" val="2951152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44AE5-E8D7-C1B5-9AC8-A8FE5149938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296D94-63DC-A873-FF35-F5F6EF1F22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BAF024-BC46-1404-D504-D1828632AB0C}"/>
              </a:ext>
            </a:extLst>
          </p:cNvPr>
          <p:cNvSpPr>
            <a:spLocks noGrp="1"/>
          </p:cNvSpPr>
          <p:nvPr>
            <p:ph type="dt" sz="half" idx="10"/>
          </p:nvPr>
        </p:nvSpPr>
        <p:spPr/>
        <p:txBody>
          <a:bodyPr/>
          <a:lstStyle/>
          <a:p>
            <a:fld id="{75287840-69F3-403D-9311-9A608B88F441}" type="datetimeFigureOut">
              <a:rPr lang="en-IN" smtClean="0"/>
              <a:t>13-03-2026</a:t>
            </a:fld>
            <a:endParaRPr lang="en-IN"/>
          </a:p>
        </p:txBody>
      </p:sp>
      <p:sp>
        <p:nvSpPr>
          <p:cNvPr id="5" name="Footer Placeholder 4">
            <a:extLst>
              <a:ext uri="{FF2B5EF4-FFF2-40B4-BE49-F238E27FC236}">
                <a16:creationId xmlns:a16="http://schemas.microsoft.com/office/drawing/2014/main" id="{A7B39412-DB98-EAA4-D8A0-18BB66FD22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7559FB-6A5B-A262-0BD2-C56CA405A889}"/>
              </a:ext>
            </a:extLst>
          </p:cNvPr>
          <p:cNvSpPr>
            <a:spLocks noGrp="1"/>
          </p:cNvSpPr>
          <p:nvPr>
            <p:ph type="sldNum" sz="quarter" idx="12"/>
          </p:nvPr>
        </p:nvSpPr>
        <p:spPr/>
        <p:txBody>
          <a:bodyPr/>
          <a:lstStyle/>
          <a:p>
            <a:fld id="{2D46AA55-EF48-42CC-B80D-10FFB6B67D1C}" type="slidenum">
              <a:rPr lang="en-IN" smtClean="0"/>
              <a:t>‹#›</a:t>
            </a:fld>
            <a:endParaRPr lang="en-IN"/>
          </a:p>
        </p:txBody>
      </p:sp>
    </p:spTree>
    <p:extLst>
      <p:ext uri="{BB962C8B-B14F-4D97-AF65-F5344CB8AC3E}">
        <p14:creationId xmlns:p14="http://schemas.microsoft.com/office/powerpoint/2010/main" val="803395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888B9-4BE5-BF79-3999-5303B94261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DCE6120-00C1-2326-4833-B287160E092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74C4FB-0087-CE7C-D11E-C821A6065827}"/>
              </a:ext>
            </a:extLst>
          </p:cNvPr>
          <p:cNvSpPr>
            <a:spLocks noGrp="1"/>
          </p:cNvSpPr>
          <p:nvPr>
            <p:ph type="dt" sz="half" idx="10"/>
          </p:nvPr>
        </p:nvSpPr>
        <p:spPr/>
        <p:txBody>
          <a:bodyPr/>
          <a:lstStyle/>
          <a:p>
            <a:fld id="{75287840-69F3-403D-9311-9A608B88F441}" type="datetimeFigureOut">
              <a:rPr lang="en-IN" smtClean="0"/>
              <a:t>13-03-2026</a:t>
            </a:fld>
            <a:endParaRPr lang="en-IN"/>
          </a:p>
        </p:txBody>
      </p:sp>
      <p:sp>
        <p:nvSpPr>
          <p:cNvPr id="5" name="Footer Placeholder 4">
            <a:extLst>
              <a:ext uri="{FF2B5EF4-FFF2-40B4-BE49-F238E27FC236}">
                <a16:creationId xmlns:a16="http://schemas.microsoft.com/office/drawing/2014/main" id="{D6933E7C-94A0-1AF7-83AC-57924C89C5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574C12-DE7E-01B3-0F96-3B52E24BEF99}"/>
              </a:ext>
            </a:extLst>
          </p:cNvPr>
          <p:cNvSpPr>
            <a:spLocks noGrp="1"/>
          </p:cNvSpPr>
          <p:nvPr>
            <p:ph type="sldNum" sz="quarter" idx="12"/>
          </p:nvPr>
        </p:nvSpPr>
        <p:spPr/>
        <p:txBody>
          <a:bodyPr/>
          <a:lstStyle/>
          <a:p>
            <a:fld id="{2D46AA55-EF48-42CC-B80D-10FFB6B67D1C}" type="slidenum">
              <a:rPr lang="en-IN" smtClean="0"/>
              <a:t>‹#›</a:t>
            </a:fld>
            <a:endParaRPr lang="en-IN"/>
          </a:p>
        </p:txBody>
      </p:sp>
    </p:spTree>
    <p:extLst>
      <p:ext uri="{BB962C8B-B14F-4D97-AF65-F5344CB8AC3E}">
        <p14:creationId xmlns:p14="http://schemas.microsoft.com/office/powerpoint/2010/main" val="1601191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CD42-D8D7-59E1-040D-8CB24E24E3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72F794-FCB1-90A0-5AD5-F200B9A2E2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4EBA6B0-B930-AC73-2839-241849A504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4DF644B-135C-33CA-71B0-0A5BF6EA31FC}"/>
              </a:ext>
            </a:extLst>
          </p:cNvPr>
          <p:cNvSpPr>
            <a:spLocks noGrp="1"/>
          </p:cNvSpPr>
          <p:nvPr>
            <p:ph type="dt" sz="half" idx="10"/>
          </p:nvPr>
        </p:nvSpPr>
        <p:spPr/>
        <p:txBody>
          <a:bodyPr/>
          <a:lstStyle/>
          <a:p>
            <a:fld id="{75287840-69F3-403D-9311-9A608B88F441}" type="datetimeFigureOut">
              <a:rPr lang="en-IN" smtClean="0"/>
              <a:t>13-03-2026</a:t>
            </a:fld>
            <a:endParaRPr lang="en-IN"/>
          </a:p>
        </p:txBody>
      </p:sp>
      <p:sp>
        <p:nvSpPr>
          <p:cNvPr id="6" name="Footer Placeholder 5">
            <a:extLst>
              <a:ext uri="{FF2B5EF4-FFF2-40B4-BE49-F238E27FC236}">
                <a16:creationId xmlns:a16="http://schemas.microsoft.com/office/drawing/2014/main" id="{85574604-25D5-40EF-2875-062B63A75F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E2AD34-3262-19EB-0D53-FF097CE14789}"/>
              </a:ext>
            </a:extLst>
          </p:cNvPr>
          <p:cNvSpPr>
            <a:spLocks noGrp="1"/>
          </p:cNvSpPr>
          <p:nvPr>
            <p:ph type="sldNum" sz="quarter" idx="12"/>
          </p:nvPr>
        </p:nvSpPr>
        <p:spPr/>
        <p:txBody>
          <a:bodyPr/>
          <a:lstStyle/>
          <a:p>
            <a:fld id="{2D46AA55-EF48-42CC-B80D-10FFB6B67D1C}" type="slidenum">
              <a:rPr lang="en-IN" smtClean="0"/>
              <a:t>‹#›</a:t>
            </a:fld>
            <a:endParaRPr lang="en-IN"/>
          </a:p>
        </p:txBody>
      </p:sp>
    </p:spTree>
    <p:extLst>
      <p:ext uri="{BB962C8B-B14F-4D97-AF65-F5344CB8AC3E}">
        <p14:creationId xmlns:p14="http://schemas.microsoft.com/office/powerpoint/2010/main" val="3865332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DCED0-7C56-8C75-A5CB-6C8E7DD1B69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AFB739-D8AF-30C4-3CDF-1CC53F1CB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B22FD1-A571-05D5-454F-3C811A62D9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9BC78CA-A47B-E710-2FC9-1A0BF9EC45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1F895A-8150-4356-E7B5-99BE045BD5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D36A5E4-2455-359D-6955-C946C439234A}"/>
              </a:ext>
            </a:extLst>
          </p:cNvPr>
          <p:cNvSpPr>
            <a:spLocks noGrp="1"/>
          </p:cNvSpPr>
          <p:nvPr>
            <p:ph type="dt" sz="half" idx="10"/>
          </p:nvPr>
        </p:nvSpPr>
        <p:spPr/>
        <p:txBody>
          <a:bodyPr/>
          <a:lstStyle/>
          <a:p>
            <a:fld id="{75287840-69F3-403D-9311-9A608B88F441}" type="datetimeFigureOut">
              <a:rPr lang="en-IN" smtClean="0"/>
              <a:t>13-03-2026</a:t>
            </a:fld>
            <a:endParaRPr lang="en-IN"/>
          </a:p>
        </p:txBody>
      </p:sp>
      <p:sp>
        <p:nvSpPr>
          <p:cNvPr id="8" name="Footer Placeholder 7">
            <a:extLst>
              <a:ext uri="{FF2B5EF4-FFF2-40B4-BE49-F238E27FC236}">
                <a16:creationId xmlns:a16="http://schemas.microsoft.com/office/drawing/2014/main" id="{E8F08B34-5B03-BD91-3430-A247D5542FB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D91DE31-7AB8-6A3A-BD40-169CBE0521FE}"/>
              </a:ext>
            </a:extLst>
          </p:cNvPr>
          <p:cNvSpPr>
            <a:spLocks noGrp="1"/>
          </p:cNvSpPr>
          <p:nvPr>
            <p:ph type="sldNum" sz="quarter" idx="12"/>
          </p:nvPr>
        </p:nvSpPr>
        <p:spPr/>
        <p:txBody>
          <a:bodyPr/>
          <a:lstStyle/>
          <a:p>
            <a:fld id="{2D46AA55-EF48-42CC-B80D-10FFB6B67D1C}" type="slidenum">
              <a:rPr lang="en-IN" smtClean="0"/>
              <a:t>‹#›</a:t>
            </a:fld>
            <a:endParaRPr lang="en-IN"/>
          </a:p>
        </p:txBody>
      </p:sp>
    </p:spTree>
    <p:extLst>
      <p:ext uri="{BB962C8B-B14F-4D97-AF65-F5344CB8AC3E}">
        <p14:creationId xmlns:p14="http://schemas.microsoft.com/office/powerpoint/2010/main" val="783932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1CA22-890C-73E3-C586-3FF4ACE4B1C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855C0BA-E6D5-D8F4-0063-F3A5AA4BD676}"/>
              </a:ext>
            </a:extLst>
          </p:cNvPr>
          <p:cNvSpPr>
            <a:spLocks noGrp="1"/>
          </p:cNvSpPr>
          <p:nvPr>
            <p:ph type="dt" sz="half" idx="10"/>
          </p:nvPr>
        </p:nvSpPr>
        <p:spPr/>
        <p:txBody>
          <a:bodyPr/>
          <a:lstStyle/>
          <a:p>
            <a:fld id="{75287840-69F3-403D-9311-9A608B88F441}" type="datetimeFigureOut">
              <a:rPr lang="en-IN" smtClean="0"/>
              <a:t>13-03-2026</a:t>
            </a:fld>
            <a:endParaRPr lang="en-IN"/>
          </a:p>
        </p:txBody>
      </p:sp>
      <p:sp>
        <p:nvSpPr>
          <p:cNvPr id="4" name="Footer Placeholder 3">
            <a:extLst>
              <a:ext uri="{FF2B5EF4-FFF2-40B4-BE49-F238E27FC236}">
                <a16:creationId xmlns:a16="http://schemas.microsoft.com/office/drawing/2014/main" id="{8370432A-AC84-C902-D069-7C326E333F1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92EFDBD-81AF-7E7D-FB8C-9A9AC45D7382}"/>
              </a:ext>
            </a:extLst>
          </p:cNvPr>
          <p:cNvSpPr>
            <a:spLocks noGrp="1"/>
          </p:cNvSpPr>
          <p:nvPr>
            <p:ph type="sldNum" sz="quarter" idx="12"/>
          </p:nvPr>
        </p:nvSpPr>
        <p:spPr/>
        <p:txBody>
          <a:bodyPr/>
          <a:lstStyle/>
          <a:p>
            <a:fld id="{2D46AA55-EF48-42CC-B80D-10FFB6B67D1C}" type="slidenum">
              <a:rPr lang="en-IN" smtClean="0"/>
              <a:t>‹#›</a:t>
            </a:fld>
            <a:endParaRPr lang="en-IN"/>
          </a:p>
        </p:txBody>
      </p:sp>
    </p:spTree>
    <p:extLst>
      <p:ext uri="{BB962C8B-B14F-4D97-AF65-F5344CB8AC3E}">
        <p14:creationId xmlns:p14="http://schemas.microsoft.com/office/powerpoint/2010/main" val="2348966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CEEA8A-89DC-FD98-1328-1F0BA395B6F8}"/>
              </a:ext>
            </a:extLst>
          </p:cNvPr>
          <p:cNvSpPr>
            <a:spLocks noGrp="1"/>
          </p:cNvSpPr>
          <p:nvPr>
            <p:ph type="dt" sz="half" idx="10"/>
          </p:nvPr>
        </p:nvSpPr>
        <p:spPr/>
        <p:txBody>
          <a:bodyPr/>
          <a:lstStyle/>
          <a:p>
            <a:fld id="{75287840-69F3-403D-9311-9A608B88F441}" type="datetimeFigureOut">
              <a:rPr lang="en-IN" smtClean="0"/>
              <a:t>13-03-2026</a:t>
            </a:fld>
            <a:endParaRPr lang="en-IN"/>
          </a:p>
        </p:txBody>
      </p:sp>
      <p:sp>
        <p:nvSpPr>
          <p:cNvPr id="3" name="Footer Placeholder 2">
            <a:extLst>
              <a:ext uri="{FF2B5EF4-FFF2-40B4-BE49-F238E27FC236}">
                <a16:creationId xmlns:a16="http://schemas.microsoft.com/office/drawing/2014/main" id="{B78E0729-392E-87B8-AEE2-7C4C3C4DE5F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C380568-E887-AE8B-C244-426A095958E8}"/>
              </a:ext>
            </a:extLst>
          </p:cNvPr>
          <p:cNvSpPr>
            <a:spLocks noGrp="1"/>
          </p:cNvSpPr>
          <p:nvPr>
            <p:ph type="sldNum" sz="quarter" idx="12"/>
          </p:nvPr>
        </p:nvSpPr>
        <p:spPr/>
        <p:txBody>
          <a:bodyPr/>
          <a:lstStyle/>
          <a:p>
            <a:fld id="{2D46AA55-EF48-42CC-B80D-10FFB6B67D1C}" type="slidenum">
              <a:rPr lang="en-IN" smtClean="0"/>
              <a:t>‹#›</a:t>
            </a:fld>
            <a:endParaRPr lang="en-IN"/>
          </a:p>
        </p:txBody>
      </p:sp>
    </p:spTree>
    <p:extLst>
      <p:ext uri="{BB962C8B-B14F-4D97-AF65-F5344CB8AC3E}">
        <p14:creationId xmlns:p14="http://schemas.microsoft.com/office/powerpoint/2010/main" val="3014012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62DB4-06EC-962B-0F26-D0FA07C585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9D6C7CB-3462-1603-0BD8-71E52C4C47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9AA162F-4F86-B0E8-2014-B279BFE142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345413-C954-2776-8649-2C44676F92E7}"/>
              </a:ext>
            </a:extLst>
          </p:cNvPr>
          <p:cNvSpPr>
            <a:spLocks noGrp="1"/>
          </p:cNvSpPr>
          <p:nvPr>
            <p:ph type="dt" sz="half" idx="10"/>
          </p:nvPr>
        </p:nvSpPr>
        <p:spPr/>
        <p:txBody>
          <a:bodyPr/>
          <a:lstStyle/>
          <a:p>
            <a:fld id="{75287840-69F3-403D-9311-9A608B88F441}" type="datetimeFigureOut">
              <a:rPr lang="en-IN" smtClean="0"/>
              <a:t>13-03-2026</a:t>
            </a:fld>
            <a:endParaRPr lang="en-IN"/>
          </a:p>
        </p:txBody>
      </p:sp>
      <p:sp>
        <p:nvSpPr>
          <p:cNvPr id="6" name="Footer Placeholder 5">
            <a:extLst>
              <a:ext uri="{FF2B5EF4-FFF2-40B4-BE49-F238E27FC236}">
                <a16:creationId xmlns:a16="http://schemas.microsoft.com/office/drawing/2014/main" id="{E6F708E2-A638-F77C-7AF8-B6294403F5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7A4C82-168B-2D86-414C-50B4D95AF397}"/>
              </a:ext>
            </a:extLst>
          </p:cNvPr>
          <p:cNvSpPr>
            <a:spLocks noGrp="1"/>
          </p:cNvSpPr>
          <p:nvPr>
            <p:ph type="sldNum" sz="quarter" idx="12"/>
          </p:nvPr>
        </p:nvSpPr>
        <p:spPr/>
        <p:txBody>
          <a:bodyPr/>
          <a:lstStyle/>
          <a:p>
            <a:fld id="{2D46AA55-EF48-42CC-B80D-10FFB6B67D1C}" type="slidenum">
              <a:rPr lang="en-IN" smtClean="0"/>
              <a:t>‹#›</a:t>
            </a:fld>
            <a:endParaRPr lang="en-IN"/>
          </a:p>
        </p:txBody>
      </p:sp>
    </p:spTree>
    <p:extLst>
      <p:ext uri="{BB962C8B-B14F-4D97-AF65-F5344CB8AC3E}">
        <p14:creationId xmlns:p14="http://schemas.microsoft.com/office/powerpoint/2010/main" val="4100284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59770-82BD-0EB1-84A5-AA899E90FA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533F809-5D31-6EF1-F658-CF714FD97A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D450591-8AB3-653E-9244-E28338552A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F38782-0C1D-1965-BC52-369AA24BFCA4}"/>
              </a:ext>
            </a:extLst>
          </p:cNvPr>
          <p:cNvSpPr>
            <a:spLocks noGrp="1"/>
          </p:cNvSpPr>
          <p:nvPr>
            <p:ph type="dt" sz="half" idx="10"/>
          </p:nvPr>
        </p:nvSpPr>
        <p:spPr/>
        <p:txBody>
          <a:bodyPr/>
          <a:lstStyle/>
          <a:p>
            <a:fld id="{75287840-69F3-403D-9311-9A608B88F441}" type="datetimeFigureOut">
              <a:rPr lang="en-IN" smtClean="0"/>
              <a:t>13-03-2026</a:t>
            </a:fld>
            <a:endParaRPr lang="en-IN"/>
          </a:p>
        </p:txBody>
      </p:sp>
      <p:sp>
        <p:nvSpPr>
          <p:cNvPr id="6" name="Footer Placeholder 5">
            <a:extLst>
              <a:ext uri="{FF2B5EF4-FFF2-40B4-BE49-F238E27FC236}">
                <a16:creationId xmlns:a16="http://schemas.microsoft.com/office/drawing/2014/main" id="{A930E63D-3681-D06A-55CB-C1A46419DC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42276A-50A3-05BB-7387-6C33466ADA12}"/>
              </a:ext>
            </a:extLst>
          </p:cNvPr>
          <p:cNvSpPr>
            <a:spLocks noGrp="1"/>
          </p:cNvSpPr>
          <p:nvPr>
            <p:ph type="sldNum" sz="quarter" idx="12"/>
          </p:nvPr>
        </p:nvSpPr>
        <p:spPr/>
        <p:txBody>
          <a:bodyPr/>
          <a:lstStyle/>
          <a:p>
            <a:fld id="{2D46AA55-EF48-42CC-B80D-10FFB6B67D1C}" type="slidenum">
              <a:rPr lang="en-IN" smtClean="0"/>
              <a:t>‹#›</a:t>
            </a:fld>
            <a:endParaRPr lang="en-IN"/>
          </a:p>
        </p:txBody>
      </p:sp>
    </p:spTree>
    <p:extLst>
      <p:ext uri="{BB962C8B-B14F-4D97-AF65-F5344CB8AC3E}">
        <p14:creationId xmlns:p14="http://schemas.microsoft.com/office/powerpoint/2010/main" val="3448125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0CE92-BB3F-FAC8-4849-F0747AEA23B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451A5B-9C60-A6AC-9E9D-9D254251AA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15BAD3-F8E9-91E8-2CB5-7CD5F9D42CAA}"/>
              </a:ext>
            </a:extLst>
          </p:cNvPr>
          <p:cNvSpPr>
            <a:spLocks noGrp="1"/>
          </p:cNvSpPr>
          <p:nvPr>
            <p:ph type="dt" sz="half" idx="10"/>
          </p:nvPr>
        </p:nvSpPr>
        <p:spPr/>
        <p:txBody>
          <a:bodyPr/>
          <a:lstStyle/>
          <a:p>
            <a:fld id="{75287840-69F3-403D-9311-9A608B88F441}" type="datetimeFigureOut">
              <a:rPr lang="en-IN" smtClean="0"/>
              <a:t>13-03-2026</a:t>
            </a:fld>
            <a:endParaRPr lang="en-IN"/>
          </a:p>
        </p:txBody>
      </p:sp>
      <p:sp>
        <p:nvSpPr>
          <p:cNvPr id="5" name="Footer Placeholder 4">
            <a:extLst>
              <a:ext uri="{FF2B5EF4-FFF2-40B4-BE49-F238E27FC236}">
                <a16:creationId xmlns:a16="http://schemas.microsoft.com/office/drawing/2014/main" id="{68A4846F-01F9-57AA-DCF8-C3A41880B9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B8536E-F54A-E457-19FC-5CEC23FBAF44}"/>
              </a:ext>
            </a:extLst>
          </p:cNvPr>
          <p:cNvSpPr>
            <a:spLocks noGrp="1"/>
          </p:cNvSpPr>
          <p:nvPr>
            <p:ph type="sldNum" sz="quarter" idx="12"/>
          </p:nvPr>
        </p:nvSpPr>
        <p:spPr/>
        <p:txBody>
          <a:bodyPr/>
          <a:lstStyle/>
          <a:p>
            <a:fld id="{2D46AA55-EF48-42CC-B80D-10FFB6B67D1C}" type="slidenum">
              <a:rPr lang="en-IN" smtClean="0"/>
              <a:t>‹#›</a:t>
            </a:fld>
            <a:endParaRPr lang="en-IN"/>
          </a:p>
        </p:txBody>
      </p:sp>
    </p:spTree>
    <p:extLst>
      <p:ext uri="{BB962C8B-B14F-4D97-AF65-F5344CB8AC3E}">
        <p14:creationId xmlns:p14="http://schemas.microsoft.com/office/powerpoint/2010/main" val="1436519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D94719-6F99-5A27-5A22-D17AE49DCD1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3C11DC6-2BE3-0F42-F888-7CF7E7616B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143AE2-AA1F-9063-C675-7146BFDE2F1F}"/>
              </a:ext>
            </a:extLst>
          </p:cNvPr>
          <p:cNvSpPr>
            <a:spLocks noGrp="1"/>
          </p:cNvSpPr>
          <p:nvPr>
            <p:ph type="dt" sz="half" idx="10"/>
          </p:nvPr>
        </p:nvSpPr>
        <p:spPr/>
        <p:txBody>
          <a:bodyPr/>
          <a:lstStyle/>
          <a:p>
            <a:fld id="{75287840-69F3-403D-9311-9A608B88F441}" type="datetimeFigureOut">
              <a:rPr lang="en-IN" smtClean="0"/>
              <a:t>13-03-2026</a:t>
            </a:fld>
            <a:endParaRPr lang="en-IN"/>
          </a:p>
        </p:txBody>
      </p:sp>
      <p:sp>
        <p:nvSpPr>
          <p:cNvPr id="5" name="Footer Placeholder 4">
            <a:extLst>
              <a:ext uri="{FF2B5EF4-FFF2-40B4-BE49-F238E27FC236}">
                <a16:creationId xmlns:a16="http://schemas.microsoft.com/office/drawing/2014/main" id="{56E85ED1-2277-2A73-010F-EA3D6879A8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D886AC-8D47-2490-B5A0-F80651114897}"/>
              </a:ext>
            </a:extLst>
          </p:cNvPr>
          <p:cNvSpPr>
            <a:spLocks noGrp="1"/>
          </p:cNvSpPr>
          <p:nvPr>
            <p:ph type="sldNum" sz="quarter" idx="12"/>
          </p:nvPr>
        </p:nvSpPr>
        <p:spPr/>
        <p:txBody>
          <a:bodyPr/>
          <a:lstStyle/>
          <a:p>
            <a:fld id="{2D46AA55-EF48-42CC-B80D-10FFB6B67D1C}" type="slidenum">
              <a:rPr lang="en-IN" smtClean="0"/>
              <a:t>‹#›</a:t>
            </a:fld>
            <a:endParaRPr lang="en-IN"/>
          </a:p>
        </p:txBody>
      </p:sp>
    </p:spTree>
    <p:extLst>
      <p:ext uri="{BB962C8B-B14F-4D97-AF65-F5344CB8AC3E}">
        <p14:creationId xmlns:p14="http://schemas.microsoft.com/office/powerpoint/2010/main" val="760832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F4C9FE-478A-71BA-92A3-DFB0F4D93D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E498464-F17D-274C-AE77-F4D61F2B3D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20C0B1-3C09-CFA0-C73D-8B498DFE52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5287840-69F3-403D-9311-9A608B88F441}" type="datetimeFigureOut">
              <a:rPr lang="en-IN" smtClean="0"/>
              <a:t>13-03-2026</a:t>
            </a:fld>
            <a:endParaRPr lang="en-IN"/>
          </a:p>
        </p:txBody>
      </p:sp>
      <p:sp>
        <p:nvSpPr>
          <p:cNvPr id="5" name="Footer Placeholder 4">
            <a:extLst>
              <a:ext uri="{FF2B5EF4-FFF2-40B4-BE49-F238E27FC236}">
                <a16:creationId xmlns:a16="http://schemas.microsoft.com/office/drawing/2014/main" id="{874A1EE7-207F-F9B5-82A4-625BCBBE2B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E350825-F46F-86C6-A9C7-85A8CD17D6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46AA55-EF48-42CC-B80D-10FFB6B67D1C}" type="slidenum">
              <a:rPr lang="en-IN" smtClean="0"/>
              <a:t>‹#›</a:t>
            </a:fld>
            <a:endParaRPr lang="en-IN"/>
          </a:p>
        </p:txBody>
      </p:sp>
    </p:spTree>
    <p:extLst>
      <p:ext uri="{BB962C8B-B14F-4D97-AF65-F5344CB8AC3E}">
        <p14:creationId xmlns:p14="http://schemas.microsoft.com/office/powerpoint/2010/main" val="21761095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D1942232-83D0-49E2-AF9B-1F97E3C1EF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E9E70D72-6E23-4015-A4A6-85C120C191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B23E75-E5B0-0487-505A-411B01287FAC}"/>
              </a:ext>
            </a:extLst>
          </p:cNvPr>
          <p:cNvSpPr>
            <a:spLocks noGrp="1"/>
          </p:cNvSpPr>
          <p:nvPr>
            <p:ph type="ctrTitle"/>
          </p:nvPr>
        </p:nvSpPr>
        <p:spPr>
          <a:xfrm>
            <a:off x="1179576" y="1163848"/>
            <a:ext cx="9829800" cy="1325880"/>
          </a:xfrm>
        </p:spPr>
        <p:txBody>
          <a:bodyPr vert="horz" lIns="91440" tIns="45720" rIns="91440" bIns="45720" rtlCol="0" anchor="b">
            <a:normAutofit/>
          </a:bodyPr>
          <a:lstStyle/>
          <a:p>
            <a:r>
              <a:rPr lang="en-US" sz="3600" kern="1200">
                <a:solidFill>
                  <a:schemeClr val="tx2"/>
                </a:solidFill>
                <a:latin typeface="+mj-lt"/>
                <a:ea typeface="+mj-ea"/>
                <a:cs typeface="+mj-cs"/>
              </a:rPr>
              <a:t>AI TOOL USAGE AMONG INDIAN COLLEGE STUDENTS</a:t>
            </a:r>
          </a:p>
        </p:txBody>
      </p:sp>
      <p:grpSp>
        <p:nvGrpSpPr>
          <p:cNvPr id="57" name="Group 56">
            <a:extLst>
              <a:ext uri="{FF2B5EF4-FFF2-40B4-BE49-F238E27FC236}">
                <a16:creationId xmlns:a16="http://schemas.microsoft.com/office/drawing/2014/main" id="{C28A977F-B603-4D81-B0FC-C8DE048A7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8"/>
            <a:chOff x="-305" y="-1"/>
            <a:chExt cx="3832880" cy="2876136"/>
          </a:xfrm>
        </p:grpSpPr>
        <p:sp>
          <p:nvSpPr>
            <p:cNvPr id="58" name="Freeform: Shape 57">
              <a:extLst>
                <a:ext uri="{FF2B5EF4-FFF2-40B4-BE49-F238E27FC236}">
                  <a16:creationId xmlns:a16="http://schemas.microsoft.com/office/drawing/2014/main" id="{0183CE8C-E039-4B2F-A36E-5FD5CD5DE1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Shape 58">
              <a:extLst>
                <a:ext uri="{FF2B5EF4-FFF2-40B4-BE49-F238E27FC236}">
                  <a16:creationId xmlns:a16="http://schemas.microsoft.com/office/drawing/2014/main" id="{3EB77281-FAB4-40D0-B3F3-264EC4AB20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Freeform: Shape 59">
              <a:extLst>
                <a:ext uri="{FF2B5EF4-FFF2-40B4-BE49-F238E27FC236}">
                  <a16:creationId xmlns:a16="http://schemas.microsoft.com/office/drawing/2014/main" id="{815E59F3-75FC-494F-8737-5F00A4964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Freeform: Shape 60">
              <a:extLst>
                <a:ext uri="{FF2B5EF4-FFF2-40B4-BE49-F238E27FC236}">
                  <a16:creationId xmlns:a16="http://schemas.microsoft.com/office/drawing/2014/main" id="{43ADDCFA-B066-4D79-AB71-062E66E58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7" name="Graphic 46" descr="Head with Gears">
            <a:extLst>
              <a:ext uri="{FF2B5EF4-FFF2-40B4-BE49-F238E27FC236}">
                <a16:creationId xmlns:a16="http://schemas.microsoft.com/office/drawing/2014/main" id="{2B263321-3F7F-426B-532B-D02A45CC9CF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73351" y="2837712"/>
            <a:ext cx="3217333" cy="3217333"/>
          </a:xfrm>
          <a:prstGeom prst="rect">
            <a:avLst/>
          </a:prstGeom>
        </p:spPr>
      </p:pic>
      <p:sp>
        <p:nvSpPr>
          <p:cNvPr id="3" name="Subtitle 2">
            <a:extLst>
              <a:ext uri="{FF2B5EF4-FFF2-40B4-BE49-F238E27FC236}">
                <a16:creationId xmlns:a16="http://schemas.microsoft.com/office/drawing/2014/main" id="{B49318FA-7CFD-08C3-4A3B-D21EDD53499A}"/>
              </a:ext>
            </a:extLst>
          </p:cNvPr>
          <p:cNvSpPr>
            <a:spLocks noGrp="1"/>
          </p:cNvSpPr>
          <p:nvPr>
            <p:ph type="subTitle" idx="1"/>
          </p:nvPr>
        </p:nvSpPr>
        <p:spPr>
          <a:xfrm>
            <a:off x="6354871" y="2827419"/>
            <a:ext cx="5029200" cy="3227626"/>
          </a:xfrm>
        </p:spPr>
        <p:txBody>
          <a:bodyPr vert="horz" lIns="91440" tIns="45720" rIns="91440" bIns="45720" rtlCol="0" anchor="ctr">
            <a:normAutofit/>
          </a:bodyPr>
          <a:lstStyle/>
          <a:p>
            <a:pPr algn="l"/>
            <a:r>
              <a:rPr lang="en-US" sz="1800" dirty="0">
                <a:solidFill>
                  <a:schemeClr val="tx2"/>
                </a:solidFill>
              </a:rPr>
              <a:t>S .Angeline </a:t>
            </a:r>
            <a:r>
              <a:rPr lang="en-US" sz="1800" dirty="0" err="1">
                <a:solidFill>
                  <a:schemeClr val="tx2"/>
                </a:solidFill>
              </a:rPr>
              <a:t>Praisy</a:t>
            </a:r>
            <a:endParaRPr lang="en-US" sz="1800" dirty="0">
              <a:solidFill>
                <a:schemeClr val="tx2"/>
              </a:solidFill>
            </a:endParaRPr>
          </a:p>
          <a:p>
            <a:pPr algn="l"/>
            <a:r>
              <a:rPr lang="en-US" sz="1800" dirty="0">
                <a:solidFill>
                  <a:schemeClr val="tx2"/>
                </a:solidFill>
              </a:rPr>
              <a:t>AF05105575</a:t>
            </a:r>
          </a:p>
          <a:p>
            <a:pPr algn="l"/>
            <a:r>
              <a:rPr lang="en-US" sz="1800" dirty="0">
                <a:solidFill>
                  <a:schemeClr val="tx2"/>
                </a:solidFill>
              </a:rPr>
              <a:t>ANP-D4856</a:t>
            </a:r>
          </a:p>
          <a:p>
            <a:pPr indent="-228600" algn="l">
              <a:buFont typeface="Arial" panose="020B0604020202020204" pitchFamily="34" charset="0"/>
              <a:buChar char="•"/>
            </a:pPr>
            <a:endParaRPr lang="en-US" sz="1800" dirty="0">
              <a:solidFill>
                <a:schemeClr val="tx2"/>
              </a:solidFill>
            </a:endParaRPr>
          </a:p>
        </p:txBody>
      </p:sp>
      <p:grpSp>
        <p:nvGrpSpPr>
          <p:cNvPr id="63" name="Group 62">
            <a:extLst>
              <a:ext uri="{FF2B5EF4-FFF2-40B4-BE49-F238E27FC236}">
                <a16:creationId xmlns:a16="http://schemas.microsoft.com/office/drawing/2014/main" id="{C78D9229-E61D-4FEE-8321-2F8B64A8CAD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6037" y="4852038"/>
            <a:ext cx="2151670" cy="1860256"/>
            <a:chOff x="-305" y="-4155"/>
            <a:chExt cx="2514948" cy="2174333"/>
          </a:xfrm>
        </p:grpSpPr>
        <p:sp>
          <p:nvSpPr>
            <p:cNvPr id="64" name="Freeform: Shape 63">
              <a:extLst>
                <a:ext uri="{FF2B5EF4-FFF2-40B4-BE49-F238E27FC236}">
                  <a16:creationId xmlns:a16="http://schemas.microsoft.com/office/drawing/2014/main" id="{1FDD3CCB-26A3-4D79-AEB6-7A60CF980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a:extLst>
                <a:ext uri="{FF2B5EF4-FFF2-40B4-BE49-F238E27FC236}">
                  <a16:creationId xmlns:a16="http://schemas.microsoft.com/office/drawing/2014/main" id="{E9AC4470-5113-4709-B29F-CDB937F254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a:extLst>
                <a:ext uri="{FF2B5EF4-FFF2-40B4-BE49-F238E27FC236}">
                  <a16:creationId xmlns:a16="http://schemas.microsoft.com/office/drawing/2014/main" id="{3E0D146C-9DAB-421E-AE88-5F854BF3F7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67" name="Freeform: Shape 66">
              <a:extLst>
                <a:ext uri="{FF2B5EF4-FFF2-40B4-BE49-F238E27FC236}">
                  <a16:creationId xmlns:a16="http://schemas.microsoft.com/office/drawing/2014/main" id="{12EB32A5-4408-4F6C-84B2-F9A908237A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782996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99544C9D-4FE6-0380-3FEE-81D8BD60739A}"/>
              </a:ext>
            </a:extLst>
          </p:cNvPr>
          <p:cNvSpPr>
            <a:spLocks noGrp="1"/>
          </p:cNvSpPr>
          <p:nvPr>
            <p:ph type="title"/>
          </p:nvPr>
        </p:nvSpPr>
        <p:spPr>
          <a:xfrm>
            <a:off x="804672" y="1243013"/>
            <a:ext cx="3855720" cy="4371974"/>
          </a:xfrm>
        </p:spPr>
        <p:txBody>
          <a:bodyPr>
            <a:normAutofit/>
          </a:bodyPr>
          <a:lstStyle/>
          <a:p>
            <a:r>
              <a:rPr lang="en-IN" sz="3600">
                <a:solidFill>
                  <a:schemeClr val="tx2"/>
                </a:solidFill>
              </a:rPr>
              <a:t>PROBLEM SATEMENT</a:t>
            </a:r>
          </a:p>
        </p:txBody>
      </p:sp>
      <p:grpSp>
        <p:nvGrpSpPr>
          <p:cNvPr id="33" name="Group 32">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97348" y="5285"/>
            <a:ext cx="7294653" cy="6858000"/>
            <a:chOff x="4897348" y="-5799"/>
            <a:chExt cx="7294653" cy="6858000"/>
          </a:xfrm>
        </p:grpSpPr>
        <p:sp>
          <p:nvSpPr>
            <p:cNvPr id="34" name="Freeform: Shape 33">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Content Placeholder 2">
            <a:extLst>
              <a:ext uri="{FF2B5EF4-FFF2-40B4-BE49-F238E27FC236}">
                <a16:creationId xmlns:a16="http://schemas.microsoft.com/office/drawing/2014/main" id="{B416170D-E3D1-D590-5634-55571E6CD373}"/>
              </a:ext>
            </a:extLst>
          </p:cNvPr>
          <p:cNvSpPr>
            <a:spLocks noGrp="1"/>
          </p:cNvSpPr>
          <p:nvPr>
            <p:ph idx="1"/>
          </p:nvPr>
        </p:nvSpPr>
        <p:spPr>
          <a:xfrm>
            <a:off x="6632812" y="1032987"/>
            <a:ext cx="4919108" cy="4792027"/>
          </a:xfrm>
        </p:spPr>
        <p:txBody>
          <a:bodyPr anchor="ctr">
            <a:normAutofit/>
          </a:bodyPr>
          <a:lstStyle/>
          <a:p>
            <a:pPr marL="0" indent="0">
              <a:buNone/>
            </a:pPr>
            <a:r>
              <a:rPr lang="en-US" sz="2000">
                <a:solidFill>
                  <a:schemeClr val="tx2"/>
                </a:solidFill>
              </a:rPr>
              <a:t>To analyze the variations in AI tool usage among Indian college students and identify why AI tools have lower adoption rates in specific academic streams and geographical regions and evaluate how usage of AI tools impacts academic outcomes .</a:t>
            </a:r>
            <a:endParaRPr lang="en-IN" sz="2000">
              <a:solidFill>
                <a:schemeClr val="tx2"/>
              </a:solidFill>
            </a:endParaRPr>
          </a:p>
          <a:p>
            <a:endParaRPr lang="en-IN" sz="2000">
              <a:solidFill>
                <a:schemeClr val="tx2"/>
              </a:solidFill>
            </a:endParaRPr>
          </a:p>
        </p:txBody>
      </p:sp>
    </p:spTree>
    <p:extLst>
      <p:ext uri="{BB962C8B-B14F-4D97-AF65-F5344CB8AC3E}">
        <p14:creationId xmlns:p14="http://schemas.microsoft.com/office/powerpoint/2010/main" val="2348668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41264A8C-E12D-2637-11F5-652EB2995C1F}"/>
              </a:ext>
            </a:extLst>
          </p:cNvPr>
          <p:cNvSpPr>
            <a:spLocks noGrp="1"/>
          </p:cNvSpPr>
          <p:nvPr>
            <p:ph type="title"/>
          </p:nvPr>
        </p:nvSpPr>
        <p:spPr>
          <a:xfrm>
            <a:off x="804672" y="1243013"/>
            <a:ext cx="3855720" cy="4371974"/>
          </a:xfrm>
        </p:spPr>
        <p:txBody>
          <a:bodyPr>
            <a:normAutofit/>
          </a:bodyPr>
          <a:lstStyle/>
          <a:p>
            <a:r>
              <a:rPr lang="en-IN" sz="3600">
                <a:solidFill>
                  <a:schemeClr val="tx2"/>
                </a:solidFill>
              </a:rPr>
              <a:t>OBJECTIVES</a:t>
            </a:r>
          </a:p>
        </p:txBody>
      </p:sp>
      <p:grpSp>
        <p:nvGrpSpPr>
          <p:cNvPr id="32" name="Group 31">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97348" y="5285"/>
            <a:ext cx="7294653" cy="6858000"/>
            <a:chOff x="4897348" y="-5799"/>
            <a:chExt cx="7294653" cy="6858000"/>
          </a:xfrm>
        </p:grpSpPr>
        <p:sp>
          <p:nvSpPr>
            <p:cNvPr id="33" name="Freeform: Shape 32">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Content Placeholder 2">
            <a:extLst>
              <a:ext uri="{FF2B5EF4-FFF2-40B4-BE49-F238E27FC236}">
                <a16:creationId xmlns:a16="http://schemas.microsoft.com/office/drawing/2014/main" id="{752A94B0-AA31-2978-F9AB-8C675661CCF6}"/>
              </a:ext>
            </a:extLst>
          </p:cNvPr>
          <p:cNvSpPr>
            <a:spLocks noGrp="1"/>
          </p:cNvSpPr>
          <p:nvPr>
            <p:ph idx="1"/>
          </p:nvPr>
        </p:nvSpPr>
        <p:spPr>
          <a:xfrm>
            <a:off x="6632812" y="1032987"/>
            <a:ext cx="4919108" cy="4792027"/>
          </a:xfrm>
        </p:spPr>
        <p:txBody>
          <a:bodyPr anchor="ctr">
            <a:normAutofit/>
          </a:bodyPr>
          <a:lstStyle/>
          <a:p>
            <a:r>
              <a:rPr lang="en-US" sz="2000">
                <a:solidFill>
                  <a:schemeClr val="tx2"/>
                </a:solidFill>
              </a:rPr>
              <a:t>To analyze the overall patterns of AI tool usage among Indian college students.</a:t>
            </a:r>
          </a:p>
          <a:p>
            <a:r>
              <a:rPr lang="en-US" sz="2000">
                <a:solidFill>
                  <a:schemeClr val="tx2"/>
                </a:solidFill>
              </a:rPr>
              <a:t>To examine the differences in AI usage across various academic streams.</a:t>
            </a:r>
          </a:p>
          <a:p>
            <a:r>
              <a:rPr lang="en-US" sz="2000">
                <a:solidFill>
                  <a:schemeClr val="tx2"/>
                </a:solidFill>
              </a:rPr>
              <a:t>To study the variation in AI adoption among students from different states in India.</a:t>
            </a:r>
          </a:p>
          <a:p>
            <a:r>
              <a:rPr lang="en-US" sz="2000">
                <a:solidFill>
                  <a:schemeClr val="tx2"/>
                </a:solidFill>
              </a:rPr>
              <a:t>To identify the reasons for lower AI tool usage in certain streams and regions.</a:t>
            </a:r>
          </a:p>
          <a:p>
            <a:r>
              <a:rPr lang="en-US" sz="2000">
                <a:solidFill>
                  <a:schemeClr val="tx2"/>
                </a:solidFill>
              </a:rPr>
              <a:t> To evaluate the impact of AI tool usage on the academic outcomes of the students.</a:t>
            </a:r>
            <a:endParaRPr lang="en-IN" sz="2000">
              <a:solidFill>
                <a:schemeClr val="tx2"/>
              </a:solidFill>
            </a:endParaRPr>
          </a:p>
        </p:txBody>
      </p:sp>
    </p:spTree>
    <p:extLst>
      <p:ext uri="{BB962C8B-B14F-4D97-AF65-F5344CB8AC3E}">
        <p14:creationId xmlns:p14="http://schemas.microsoft.com/office/powerpoint/2010/main" val="1108451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8BB97C43-69C7-96AB-2050-A95C237F8FB5}"/>
              </a:ext>
            </a:extLst>
          </p:cNvPr>
          <p:cNvSpPr>
            <a:spLocks noGrp="1"/>
          </p:cNvSpPr>
          <p:nvPr>
            <p:ph type="title"/>
          </p:nvPr>
        </p:nvSpPr>
        <p:spPr>
          <a:xfrm>
            <a:off x="804672" y="1243013"/>
            <a:ext cx="3855720" cy="4371974"/>
          </a:xfrm>
        </p:spPr>
        <p:txBody>
          <a:bodyPr>
            <a:normAutofit/>
          </a:bodyPr>
          <a:lstStyle/>
          <a:p>
            <a:r>
              <a:rPr lang="en-IN" sz="3600">
                <a:solidFill>
                  <a:schemeClr val="tx2"/>
                </a:solidFill>
              </a:rPr>
              <a:t>KEY INSIGHTS</a:t>
            </a:r>
          </a:p>
        </p:txBody>
      </p:sp>
      <p:grpSp>
        <p:nvGrpSpPr>
          <p:cNvPr id="32" name="Group 31">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97348" y="5285"/>
            <a:ext cx="7294653" cy="6858000"/>
            <a:chOff x="4897348" y="-5799"/>
            <a:chExt cx="7294653" cy="6858000"/>
          </a:xfrm>
        </p:grpSpPr>
        <p:sp>
          <p:nvSpPr>
            <p:cNvPr id="33" name="Freeform: Shape 32">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Content Placeholder 2">
            <a:extLst>
              <a:ext uri="{FF2B5EF4-FFF2-40B4-BE49-F238E27FC236}">
                <a16:creationId xmlns:a16="http://schemas.microsoft.com/office/drawing/2014/main" id="{FA5634A3-EED1-779A-210A-991006FFA503}"/>
              </a:ext>
            </a:extLst>
          </p:cNvPr>
          <p:cNvSpPr>
            <a:spLocks noGrp="1"/>
          </p:cNvSpPr>
          <p:nvPr>
            <p:ph idx="1"/>
          </p:nvPr>
        </p:nvSpPr>
        <p:spPr>
          <a:xfrm>
            <a:off x="6632812" y="1032987"/>
            <a:ext cx="4919108" cy="4792027"/>
          </a:xfrm>
        </p:spPr>
        <p:txBody>
          <a:bodyPr anchor="ctr">
            <a:normAutofit/>
          </a:bodyPr>
          <a:lstStyle/>
          <a:p>
            <a:r>
              <a:rPr lang="en-US" sz="1400">
                <a:solidFill>
                  <a:schemeClr val="tx2"/>
                </a:solidFill>
              </a:rPr>
              <a:t>AI tools such as ChatGPT, Gemini, and Copilot are among the most commonly used tools by students for academic purposes. There are other powerful specific AI tools like Claude and Midjourney which are yet to be popularly used by the students due to lack of branding, utility differences.</a:t>
            </a:r>
          </a:p>
          <a:p>
            <a:r>
              <a:rPr lang="en-US" sz="1400">
                <a:solidFill>
                  <a:schemeClr val="tx2"/>
                </a:solidFill>
              </a:rPr>
              <a:t>Science, Engineering &amp; Arts students show relatively higher usage of AI tools compared to some other academic streams like Agriculture, Pharmacy and Law. This is majorly due to lack of proper integration of AI in academic institutions .</a:t>
            </a:r>
          </a:p>
          <a:p>
            <a:r>
              <a:rPr lang="en-US" sz="1400">
                <a:solidFill>
                  <a:schemeClr val="tx2"/>
                </a:solidFill>
              </a:rPr>
              <a:t>Usage patterns vary across different states. While Jammu and Goa shows high number of usage, while states like Mizoram, Manipur, Tripura and Dadra show less number of AI tool usage. This can be attributed to geographical and political reasons.</a:t>
            </a:r>
          </a:p>
          <a:p>
            <a:r>
              <a:rPr lang="en-US" sz="1400">
                <a:solidFill>
                  <a:schemeClr val="tx2"/>
                </a:solidFill>
              </a:rPr>
              <a:t>Many students report that AI tools help improve learning efficiency but that is not much reflected in the academic performance. Students who are not using AI efficiently are also showing good performance in their academics. Hence, spending more time in AI is not playing a major role in the academic scores of the students.</a:t>
            </a:r>
            <a:endParaRPr lang="en-IN" sz="1400">
              <a:solidFill>
                <a:schemeClr val="tx2"/>
              </a:solidFill>
            </a:endParaRPr>
          </a:p>
        </p:txBody>
      </p:sp>
    </p:spTree>
    <p:extLst>
      <p:ext uri="{BB962C8B-B14F-4D97-AF65-F5344CB8AC3E}">
        <p14:creationId xmlns:p14="http://schemas.microsoft.com/office/powerpoint/2010/main" val="4056970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71109B8E-BF5A-7171-C9D9-6B1061397739}"/>
              </a:ext>
            </a:extLst>
          </p:cNvPr>
          <p:cNvSpPr>
            <a:spLocks noGrp="1"/>
          </p:cNvSpPr>
          <p:nvPr>
            <p:ph type="title"/>
          </p:nvPr>
        </p:nvSpPr>
        <p:spPr>
          <a:xfrm>
            <a:off x="804672" y="1243013"/>
            <a:ext cx="3855720" cy="4371974"/>
          </a:xfrm>
        </p:spPr>
        <p:txBody>
          <a:bodyPr>
            <a:normAutofit/>
          </a:bodyPr>
          <a:lstStyle/>
          <a:p>
            <a:r>
              <a:rPr lang="en-IN" sz="3600">
                <a:solidFill>
                  <a:schemeClr val="tx2"/>
                </a:solidFill>
              </a:rPr>
              <a:t>SOLUTION</a:t>
            </a:r>
          </a:p>
        </p:txBody>
      </p:sp>
      <p:grpSp>
        <p:nvGrpSpPr>
          <p:cNvPr id="46" name="Group 45">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97348" y="5285"/>
            <a:ext cx="7294653" cy="6858000"/>
            <a:chOff x="4897348" y="-5799"/>
            <a:chExt cx="7294653" cy="6858000"/>
          </a:xfrm>
        </p:grpSpPr>
        <p:sp>
          <p:nvSpPr>
            <p:cNvPr id="33" name="Freeform: Shape 32">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Content Placeholder 2">
            <a:extLst>
              <a:ext uri="{FF2B5EF4-FFF2-40B4-BE49-F238E27FC236}">
                <a16:creationId xmlns:a16="http://schemas.microsoft.com/office/drawing/2014/main" id="{439E82AC-A31A-5F33-3B92-B89A3BA9D5A0}"/>
              </a:ext>
            </a:extLst>
          </p:cNvPr>
          <p:cNvSpPr>
            <a:spLocks noGrp="1"/>
          </p:cNvSpPr>
          <p:nvPr>
            <p:ph idx="1"/>
          </p:nvPr>
        </p:nvSpPr>
        <p:spPr>
          <a:xfrm>
            <a:off x="6632812" y="1032987"/>
            <a:ext cx="4919108" cy="4792027"/>
          </a:xfrm>
        </p:spPr>
        <p:txBody>
          <a:bodyPr anchor="ctr">
            <a:normAutofit/>
          </a:bodyPr>
          <a:lstStyle/>
          <a:p>
            <a:pPr marL="0" indent="0">
              <a:buNone/>
            </a:pPr>
            <a:r>
              <a:rPr lang="en-US" sz="1600">
                <a:solidFill>
                  <a:schemeClr val="tx2"/>
                </a:solidFill>
              </a:rPr>
              <a:t>Solution for efficient usage of AI tools across different streams</a:t>
            </a:r>
          </a:p>
          <a:p>
            <a:pPr marL="0" indent="0">
              <a:buNone/>
            </a:pPr>
            <a:r>
              <a:rPr lang="en-US" sz="1600">
                <a:solidFill>
                  <a:schemeClr val="tx2"/>
                </a:solidFill>
              </a:rPr>
              <a:t>1.Establish Clear AI Usage Policies</a:t>
            </a:r>
          </a:p>
          <a:p>
            <a:pPr marL="0" indent="0">
              <a:buNone/>
            </a:pPr>
            <a:r>
              <a:rPr lang="en-US" sz="1600">
                <a:solidFill>
                  <a:schemeClr val="tx2"/>
                </a:solidFill>
              </a:rPr>
              <a:t>2.Train Teachers and Faculty.</a:t>
            </a:r>
          </a:p>
          <a:p>
            <a:pPr marL="0" indent="0">
              <a:buNone/>
            </a:pPr>
            <a:r>
              <a:rPr lang="en-US" sz="1600">
                <a:solidFill>
                  <a:schemeClr val="tx2"/>
                </a:solidFill>
              </a:rPr>
              <a:t>3.Update Assessment Methods</a:t>
            </a:r>
          </a:p>
          <a:p>
            <a:pPr marL="0" indent="0">
              <a:buNone/>
            </a:pPr>
            <a:r>
              <a:rPr lang="en-US" sz="1600">
                <a:solidFill>
                  <a:schemeClr val="tx2"/>
                </a:solidFill>
              </a:rPr>
              <a:t>Solution for efficient usage of AI tools across different states</a:t>
            </a:r>
          </a:p>
          <a:p>
            <a:pPr marL="0" indent="0">
              <a:buNone/>
            </a:pPr>
            <a:r>
              <a:rPr lang="en-US" sz="1600">
                <a:solidFill>
                  <a:schemeClr val="tx2"/>
                </a:solidFill>
              </a:rPr>
              <a:t>1.Strengthen Digital Infrastructures</a:t>
            </a:r>
          </a:p>
          <a:p>
            <a:pPr marL="0" indent="0">
              <a:buNone/>
            </a:pPr>
            <a:r>
              <a:rPr lang="en-US" sz="1600">
                <a:solidFill>
                  <a:schemeClr val="tx2"/>
                </a:solidFill>
              </a:rPr>
              <a:t>2.Provide Free National AI Learning Platforms.</a:t>
            </a:r>
          </a:p>
          <a:p>
            <a:pPr marL="0" indent="0">
              <a:buNone/>
            </a:pPr>
            <a:r>
              <a:rPr lang="en-US" sz="1600">
                <a:solidFill>
                  <a:schemeClr val="tx2"/>
                </a:solidFill>
              </a:rPr>
              <a:t>3.Subsidized AI Software for Students</a:t>
            </a:r>
          </a:p>
          <a:p>
            <a:pPr marL="0" indent="0">
              <a:buNone/>
            </a:pPr>
            <a:r>
              <a:rPr lang="en-US" sz="1600">
                <a:solidFill>
                  <a:schemeClr val="tx2"/>
                </a:solidFill>
              </a:rPr>
              <a:t>4.Regional Language AI Support</a:t>
            </a:r>
          </a:p>
          <a:p>
            <a:pPr marL="0" indent="0">
              <a:buNone/>
            </a:pPr>
            <a:r>
              <a:rPr lang="en-US" sz="1600">
                <a:solidFill>
                  <a:schemeClr val="tx2"/>
                </a:solidFill>
              </a:rPr>
              <a:t>Solution for making AI utilised more effeciently to positively impact Academic performance</a:t>
            </a:r>
          </a:p>
          <a:p>
            <a:pPr marL="0" indent="0">
              <a:buNone/>
            </a:pPr>
            <a:r>
              <a:rPr lang="en-US" sz="1600">
                <a:solidFill>
                  <a:schemeClr val="tx2"/>
                </a:solidFill>
              </a:rPr>
              <a:t>1. Increase Awareness of AI Tools</a:t>
            </a:r>
          </a:p>
          <a:p>
            <a:pPr marL="0" indent="0">
              <a:buNone/>
            </a:pPr>
            <a:r>
              <a:rPr lang="en-US" sz="1600">
                <a:solidFill>
                  <a:schemeClr val="tx2"/>
                </a:solidFill>
              </a:rPr>
              <a:t>2. Provide Training on Effective Usage</a:t>
            </a:r>
            <a:endParaRPr lang="en-IN" sz="1600">
              <a:solidFill>
                <a:schemeClr val="tx2"/>
              </a:solidFill>
            </a:endParaRPr>
          </a:p>
        </p:txBody>
      </p:sp>
    </p:spTree>
    <p:extLst>
      <p:ext uri="{BB962C8B-B14F-4D97-AF65-F5344CB8AC3E}">
        <p14:creationId xmlns:p14="http://schemas.microsoft.com/office/powerpoint/2010/main" val="1095580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B223-EE62-BB1E-443C-E2CF2AE71D35}"/>
              </a:ext>
            </a:extLst>
          </p:cNvPr>
          <p:cNvSpPr>
            <a:spLocks noGrp="1"/>
          </p:cNvSpPr>
          <p:nvPr>
            <p:ph type="title"/>
          </p:nvPr>
        </p:nvSpPr>
        <p:spPr>
          <a:xfrm>
            <a:off x="838200" y="67112"/>
            <a:ext cx="10515600" cy="830510"/>
          </a:xfrm>
        </p:spPr>
        <p:txBody>
          <a:bodyPr>
            <a:normAutofit/>
          </a:bodyPr>
          <a:lstStyle/>
          <a:p>
            <a:pPr algn="ctr"/>
            <a:r>
              <a:rPr lang="en-IN" dirty="0"/>
              <a:t>DASHBOARED 1</a:t>
            </a:r>
          </a:p>
        </p:txBody>
      </p:sp>
      <p:pic>
        <p:nvPicPr>
          <p:cNvPr id="5" name="Content Placeholder 4">
            <a:extLst>
              <a:ext uri="{FF2B5EF4-FFF2-40B4-BE49-F238E27FC236}">
                <a16:creationId xmlns:a16="http://schemas.microsoft.com/office/drawing/2014/main" id="{4521C2E8-3FB2-1D24-27F6-3B295717A83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015068"/>
            <a:ext cx="12192000" cy="5842932"/>
          </a:xfrm>
          <a:prstGeom prst="rect">
            <a:avLst/>
          </a:prstGeom>
        </p:spPr>
      </p:pic>
    </p:spTree>
    <p:extLst>
      <p:ext uri="{BB962C8B-B14F-4D97-AF65-F5344CB8AC3E}">
        <p14:creationId xmlns:p14="http://schemas.microsoft.com/office/powerpoint/2010/main" val="758080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A5278-1EC3-C0AD-35FC-3B4DE64D8C7D}"/>
              </a:ext>
            </a:extLst>
          </p:cNvPr>
          <p:cNvSpPr>
            <a:spLocks noGrp="1"/>
          </p:cNvSpPr>
          <p:nvPr>
            <p:ph type="title"/>
          </p:nvPr>
        </p:nvSpPr>
        <p:spPr>
          <a:xfrm>
            <a:off x="838200" y="134223"/>
            <a:ext cx="10515600" cy="931179"/>
          </a:xfrm>
        </p:spPr>
        <p:txBody>
          <a:bodyPr/>
          <a:lstStyle/>
          <a:p>
            <a:pPr algn="ctr"/>
            <a:r>
              <a:rPr lang="en-IN" dirty="0"/>
              <a:t>DASHBOARED 2</a:t>
            </a:r>
          </a:p>
        </p:txBody>
      </p:sp>
      <p:pic>
        <p:nvPicPr>
          <p:cNvPr id="5" name="Content Placeholder 4">
            <a:extLst>
              <a:ext uri="{FF2B5EF4-FFF2-40B4-BE49-F238E27FC236}">
                <a16:creationId xmlns:a16="http://schemas.microsoft.com/office/drawing/2014/main" id="{D86AA703-E1A8-149E-BFD5-20BD87DC0E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06011"/>
            <a:ext cx="12192000" cy="5951989"/>
          </a:xfrm>
          <a:prstGeom prst="rect">
            <a:avLst/>
          </a:prstGeom>
        </p:spPr>
      </p:pic>
    </p:spTree>
    <p:extLst>
      <p:ext uri="{BB962C8B-B14F-4D97-AF65-F5344CB8AC3E}">
        <p14:creationId xmlns:p14="http://schemas.microsoft.com/office/powerpoint/2010/main" val="2990018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4BE9A-7795-F536-5CBD-25A6B573C931}"/>
              </a:ext>
            </a:extLst>
          </p:cNvPr>
          <p:cNvSpPr>
            <a:spLocks noGrp="1"/>
          </p:cNvSpPr>
          <p:nvPr>
            <p:ph type="title"/>
          </p:nvPr>
        </p:nvSpPr>
        <p:spPr>
          <a:xfrm>
            <a:off x="838200" y="111760"/>
            <a:ext cx="10515600" cy="701040"/>
          </a:xfrm>
        </p:spPr>
        <p:txBody>
          <a:bodyPr/>
          <a:lstStyle/>
          <a:p>
            <a:pPr algn="ctr"/>
            <a:r>
              <a:rPr lang="en-IN" dirty="0"/>
              <a:t>DASHBOARED 3</a:t>
            </a:r>
          </a:p>
        </p:txBody>
      </p:sp>
      <p:pic>
        <p:nvPicPr>
          <p:cNvPr id="7" name="Content Placeholder 6">
            <a:extLst>
              <a:ext uri="{FF2B5EF4-FFF2-40B4-BE49-F238E27FC236}">
                <a16:creationId xmlns:a16="http://schemas.microsoft.com/office/drawing/2014/main" id="{4F1D14DB-3C92-8554-B60F-8BC0F04440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2080" y="1198880"/>
            <a:ext cx="12059920" cy="5659120"/>
          </a:xfrm>
          <a:prstGeom prst="rect">
            <a:avLst/>
          </a:prstGeom>
        </p:spPr>
      </p:pic>
    </p:spTree>
    <p:extLst>
      <p:ext uri="{BB962C8B-B14F-4D97-AF65-F5344CB8AC3E}">
        <p14:creationId xmlns:p14="http://schemas.microsoft.com/office/powerpoint/2010/main" val="3108234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9FD635E1-276F-3710-CAB6-D57D290F3CC4}"/>
              </a:ext>
            </a:extLst>
          </p:cNvPr>
          <p:cNvSpPr>
            <a:spLocks noGrp="1"/>
          </p:cNvSpPr>
          <p:nvPr>
            <p:ph type="title"/>
          </p:nvPr>
        </p:nvSpPr>
        <p:spPr>
          <a:xfrm>
            <a:off x="804672" y="1243013"/>
            <a:ext cx="3855720" cy="4371974"/>
          </a:xfrm>
        </p:spPr>
        <p:txBody>
          <a:bodyPr>
            <a:normAutofit/>
          </a:bodyPr>
          <a:lstStyle/>
          <a:p>
            <a:r>
              <a:rPr lang="en-IN" sz="3600" dirty="0">
                <a:solidFill>
                  <a:schemeClr val="tx2"/>
                </a:solidFill>
              </a:rPr>
              <a:t>CONCLUSION</a:t>
            </a:r>
          </a:p>
        </p:txBody>
      </p:sp>
      <p:grpSp>
        <p:nvGrpSpPr>
          <p:cNvPr id="45" name="Group 44">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97348" y="5285"/>
            <a:ext cx="7294653" cy="6858000"/>
            <a:chOff x="4897348" y="-5799"/>
            <a:chExt cx="7294653" cy="6858000"/>
          </a:xfrm>
        </p:grpSpPr>
        <p:sp>
          <p:nvSpPr>
            <p:cNvPr id="46" name="Freeform: Shape 45">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Content Placeholder 2">
            <a:extLst>
              <a:ext uri="{FF2B5EF4-FFF2-40B4-BE49-F238E27FC236}">
                <a16:creationId xmlns:a16="http://schemas.microsoft.com/office/drawing/2014/main" id="{2204E050-ED6B-6D50-00AE-F17034B0DE56}"/>
              </a:ext>
            </a:extLst>
          </p:cNvPr>
          <p:cNvSpPr>
            <a:spLocks noGrp="1"/>
          </p:cNvSpPr>
          <p:nvPr>
            <p:ph idx="1"/>
          </p:nvPr>
        </p:nvSpPr>
        <p:spPr>
          <a:xfrm>
            <a:off x="6632812" y="1032987"/>
            <a:ext cx="4919108" cy="4792027"/>
          </a:xfrm>
        </p:spPr>
        <p:txBody>
          <a:bodyPr anchor="ctr">
            <a:normAutofit/>
          </a:bodyPr>
          <a:lstStyle/>
          <a:p>
            <a:r>
              <a:rPr lang="en-US" sz="1600">
                <a:solidFill>
                  <a:schemeClr val="tx2"/>
                </a:solidFill>
              </a:rPr>
              <a:t>AI tools are becoming an important support system for students in academic learning..</a:t>
            </a:r>
          </a:p>
          <a:p>
            <a:r>
              <a:rPr lang="en-US" sz="1600">
                <a:solidFill>
                  <a:schemeClr val="tx2"/>
                </a:solidFill>
              </a:rPr>
              <a:t>However, AI adoption is not uniform across streams and regions. And the usage of AI is not being effectively reflected in the academic outcomes of the students. </a:t>
            </a:r>
          </a:p>
          <a:p>
            <a:r>
              <a:rPr lang="en-US" sz="1600">
                <a:solidFill>
                  <a:schemeClr val="tx2"/>
                </a:solidFill>
              </a:rPr>
              <a:t>Hence, there is a comprehensive policy needed by educational institutions to implement proper usage of AI tools. And the Government should help the institutions in achieving the goal by providing National free Teachers Training programs. And students should also get access to some AI software to use it for their education. </a:t>
            </a:r>
          </a:p>
          <a:p>
            <a:r>
              <a:rPr lang="en-US" sz="1600">
                <a:solidFill>
                  <a:schemeClr val="tx2"/>
                </a:solidFill>
              </a:rPr>
              <a:t>However, the above need proper regulation and monitoring. So, there is a high need for a regulatory framework and policy. </a:t>
            </a:r>
          </a:p>
          <a:p>
            <a:r>
              <a:rPr lang="en-US" sz="1600">
                <a:solidFill>
                  <a:schemeClr val="tx2"/>
                </a:solidFill>
              </a:rPr>
              <a:t>Students should efficiently use AI but it should not compromise students skills and potential in any way.</a:t>
            </a:r>
            <a:endParaRPr lang="en-IN" sz="1600">
              <a:solidFill>
                <a:schemeClr val="tx2"/>
              </a:solidFill>
            </a:endParaRPr>
          </a:p>
        </p:txBody>
      </p:sp>
    </p:spTree>
    <p:extLst>
      <p:ext uri="{BB962C8B-B14F-4D97-AF65-F5344CB8AC3E}">
        <p14:creationId xmlns:p14="http://schemas.microsoft.com/office/powerpoint/2010/main" val="3684485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E7DC73-1893-A6B8-E98C-9E9EBDABD55C}"/>
              </a:ext>
            </a:extLst>
          </p:cNvPr>
          <p:cNvSpPr>
            <a:spLocks noGrp="1"/>
          </p:cNvSpPr>
          <p:nvPr>
            <p:ph type="title"/>
          </p:nvPr>
        </p:nvSpPr>
        <p:spPr>
          <a:xfrm>
            <a:off x="804672" y="802955"/>
            <a:ext cx="4977976" cy="1454051"/>
          </a:xfrm>
        </p:spPr>
        <p:txBody>
          <a:bodyPr>
            <a:normAutofit/>
          </a:bodyPr>
          <a:lstStyle/>
          <a:p>
            <a:r>
              <a:rPr lang="en-IN" sz="3600" dirty="0">
                <a:solidFill>
                  <a:schemeClr val="tx2"/>
                </a:solidFill>
              </a:rPr>
              <a:t>THANK YOU</a:t>
            </a:r>
            <a:br>
              <a:rPr lang="en-IN" sz="3600" dirty="0">
                <a:solidFill>
                  <a:schemeClr val="tx2"/>
                </a:solidFill>
              </a:rPr>
            </a:br>
            <a:endParaRPr lang="en-IN" sz="3600" dirty="0">
              <a:solidFill>
                <a:schemeClr val="tx2"/>
              </a:solidFill>
            </a:endParaRPr>
          </a:p>
        </p:txBody>
      </p:sp>
      <p:sp>
        <p:nvSpPr>
          <p:cNvPr id="3" name="Content Placeholder 2">
            <a:extLst>
              <a:ext uri="{FF2B5EF4-FFF2-40B4-BE49-F238E27FC236}">
                <a16:creationId xmlns:a16="http://schemas.microsoft.com/office/drawing/2014/main" id="{AFE98B8F-1824-06A6-839A-A1567A3E6C70}"/>
              </a:ext>
            </a:extLst>
          </p:cNvPr>
          <p:cNvSpPr>
            <a:spLocks noGrp="1"/>
          </p:cNvSpPr>
          <p:nvPr>
            <p:ph idx="1"/>
          </p:nvPr>
        </p:nvSpPr>
        <p:spPr>
          <a:xfrm>
            <a:off x="804672" y="2421682"/>
            <a:ext cx="4977578" cy="3639289"/>
          </a:xfrm>
        </p:spPr>
        <p:txBody>
          <a:bodyPr anchor="ctr">
            <a:normAutofit/>
          </a:bodyPr>
          <a:lstStyle/>
          <a:p>
            <a:pPr marL="0" indent="0">
              <a:buNone/>
            </a:pPr>
            <a:endParaRPr lang="en-IN" sz="1800" dirty="0">
              <a:solidFill>
                <a:schemeClr val="tx2"/>
              </a:solidFill>
            </a:endParaRP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Smiling Face with No Fill">
            <a:extLst>
              <a:ext uri="{FF2B5EF4-FFF2-40B4-BE49-F238E27FC236}">
                <a16:creationId xmlns:a16="http://schemas.microsoft.com/office/drawing/2014/main" id="{8763D8CA-93ED-3F4F-2D1A-9352C823F62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42199558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571</Words>
  <Application>Microsoft Office PowerPoint</Application>
  <PresentationFormat>Widescreen</PresentationFormat>
  <Paragraphs>40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AI TOOL USAGE AMONG INDIAN COLLEGE STUDENTS</vt:lpstr>
      <vt:lpstr>PROBLEM SATEMENT</vt:lpstr>
      <vt:lpstr>OBJECTIVES</vt:lpstr>
      <vt:lpstr>KEY INSIGHTS</vt:lpstr>
      <vt:lpstr>SOLUTION</vt:lpstr>
      <vt:lpstr>DASHBOARED 1</vt:lpstr>
      <vt:lpstr>DASHBOARED 2</vt:lpstr>
      <vt:lpstr>DASHBOARED 3</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SHAFI AHAMED</dc:creator>
  <cp:lastModifiedBy>angeline11204@gmail.com</cp:lastModifiedBy>
  <cp:revision>2</cp:revision>
  <dcterms:created xsi:type="dcterms:W3CDTF">2026-03-13T07:19:24Z</dcterms:created>
  <dcterms:modified xsi:type="dcterms:W3CDTF">2026-03-13T09:15:26Z</dcterms:modified>
</cp:coreProperties>
</file>