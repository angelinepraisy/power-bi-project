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3" r:id="rId7"/>
    <p:sldId id="265" r:id="rId8"/>
    <p:sldId id="264" r:id="rId9"/>
    <p:sldId id="261" r:id="rId10"/>
    <p:sldId id="262"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5F8760F-C6A8-4415-B670-40A7A665B4EC}" v="5" dt="2026-03-13T07:27:34.47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75" d="100"/>
          <a:sy n="75" d="100"/>
        </p:scale>
        <p:origin x="58" y="40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microsoft.com/office/2015/10/relationships/revisionInfo" Target="revisionInfo.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AFI AHAMED" userId="3c58c60948219e8d" providerId="LiveId" clId="{BAD9803A-7AB1-494D-86EA-DD67E18F2E65}"/>
    <pc:docChg chg="undo custSel addSld modSld">
      <pc:chgData name="SHAFI AHAMED" userId="3c58c60948219e8d" providerId="LiveId" clId="{BAD9803A-7AB1-494D-86EA-DD67E18F2E65}" dt="2026-03-13T07:40:52.875" v="253" actId="20577"/>
      <pc:docMkLst>
        <pc:docMk/>
      </pc:docMkLst>
      <pc:sldChg chg="addSp delSp modSp mod setBg">
        <pc:chgData name="SHAFI AHAMED" userId="3c58c60948219e8d" providerId="LiveId" clId="{BAD9803A-7AB1-494D-86EA-DD67E18F2E65}" dt="2026-03-13T07:40:52.875" v="253" actId="20577"/>
        <pc:sldMkLst>
          <pc:docMk/>
          <pc:sldMk cId="3782996716" sldId="256"/>
        </pc:sldMkLst>
        <pc:spChg chg="mod">
          <ac:chgData name="SHAFI AHAMED" userId="3c58c60948219e8d" providerId="LiveId" clId="{BAD9803A-7AB1-494D-86EA-DD67E18F2E65}" dt="2026-03-13T07:39:35.902" v="245" actId="26606"/>
          <ac:spMkLst>
            <pc:docMk/>
            <pc:sldMk cId="3782996716" sldId="256"/>
            <ac:spMk id="2" creationId="{97B23E75-E5B0-0487-505A-411B01287FAC}"/>
          </ac:spMkLst>
        </pc:spChg>
        <pc:spChg chg="mod ord">
          <ac:chgData name="SHAFI AHAMED" userId="3c58c60948219e8d" providerId="LiveId" clId="{BAD9803A-7AB1-494D-86EA-DD67E18F2E65}" dt="2026-03-13T07:40:52.875" v="253" actId="20577"/>
          <ac:spMkLst>
            <pc:docMk/>
            <pc:sldMk cId="3782996716" sldId="256"/>
            <ac:spMk id="3" creationId="{B49318FA-7CFD-08C3-4A3B-D21EDD53499A}"/>
          </ac:spMkLst>
        </pc:spChg>
        <pc:spChg chg="add del">
          <ac:chgData name="SHAFI AHAMED" userId="3c58c60948219e8d" providerId="LiveId" clId="{BAD9803A-7AB1-494D-86EA-DD67E18F2E65}" dt="2026-03-13T07:28:41.139" v="110" actId="26606"/>
          <ac:spMkLst>
            <pc:docMk/>
            <pc:sldMk cId="3782996716" sldId="256"/>
            <ac:spMk id="8" creationId="{4522B21E-B2B9-4C72-9A71-C87EFD137480}"/>
          </ac:spMkLst>
        </pc:spChg>
        <pc:spChg chg="add del">
          <ac:chgData name="SHAFI AHAMED" userId="3c58c60948219e8d" providerId="LiveId" clId="{BAD9803A-7AB1-494D-86EA-DD67E18F2E65}" dt="2026-03-13T07:28:26.726" v="106" actId="26606"/>
          <ac:spMkLst>
            <pc:docMk/>
            <pc:sldMk cId="3782996716" sldId="256"/>
            <ac:spMk id="10" creationId="{A3363022-C969-41E9-8EB2-E4C94908C1FA}"/>
          </ac:spMkLst>
        </pc:spChg>
        <pc:spChg chg="add del">
          <ac:chgData name="SHAFI AHAMED" userId="3c58c60948219e8d" providerId="LiveId" clId="{BAD9803A-7AB1-494D-86EA-DD67E18F2E65}" dt="2026-03-13T07:28:26.726" v="106" actId="26606"/>
          <ac:spMkLst>
            <pc:docMk/>
            <pc:sldMk cId="3782996716" sldId="256"/>
            <ac:spMk id="12" creationId="{8D1AD6B3-BE88-4CEB-BA17-790657CC4729}"/>
          </ac:spMkLst>
        </pc:spChg>
        <pc:spChg chg="add del">
          <ac:chgData name="SHAFI AHAMED" userId="3c58c60948219e8d" providerId="LiveId" clId="{BAD9803A-7AB1-494D-86EA-DD67E18F2E65}" dt="2026-03-13T07:28:38.219" v="108" actId="26606"/>
          <ac:spMkLst>
            <pc:docMk/>
            <pc:sldMk cId="3782996716" sldId="256"/>
            <ac:spMk id="19" creationId="{74751229-0244-4FBB-BED1-407467F4C951}"/>
          </ac:spMkLst>
        </pc:spChg>
        <pc:spChg chg="add del">
          <ac:chgData name="SHAFI AHAMED" userId="3c58c60948219e8d" providerId="LiveId" clId="{BAD9803A-7AB1-494D-86EA-DD67E18F2E65}" dt="2026-03-13T07:28:41.139" v="110" actId="26606"/>
          <ac:spMkLst>
            <pc:docMk/>
            <pc:sldMk cId="3782996716" sldId="256"/>
            <ac:spMk id="22" creationId="{5EB7D2A2-F448-44D4-938C-DC84CBCB3B1E}"/>
          </ac:spMkLst>
        </pc:spChg>
        <pc:spChg chg="add del">
          <ac:chgData name="SHAFI AHAMED" userId="3c58c60948219e8d" providerId="LiveId" clId="{BAD9803A-7AB1-494D-86EA-DD67E18F2E65}" dt="2026-03-13T07:28:41.139" v="110" actId="26606"/>
          <ac:spMkLst>
            <pc:docMk/>
            <pc:sldMk cId="3782996716" sldId="256"/>
            <ac:spMk id="23" creationId="{871AEA07-1E14-44B4-8E55-64EF049CD66F}"/>
          </ac:spMkLst>
        </pc:spChg>
        <pc:spChg chg="add del">
          <ac:chgData name="SHAFI AHAMED" userId="3c58c60948219e8d" providerId="LiveId" clId="{BAD9803A-7AB1-494D-86EA-DD67E18F2E65}" dt="2026-03-13T07:28:42.091" v="112" actId="26606"/>
          <ac:spMkLst>
            <pc:docMk/>
            <pc:sldMk cId="3782996716" sldId="256"/>
            <ac:spMk id="26" creationId="{A3363022-C969-41E9-8EB2-E4C94908C1FA}"/>
          </ac:spMkLst>
        </pc:spChg>
        <pc:spChg chg="add del">
          <ac:chgData name="SHAFI AHAMED" userId="3c58c60948219e8d" providerId="LiveId" clId="{BAD9803A-7AB1-494D-86EA-DD67E18F2E65}" dt="2026-03-13T07:28:42.091" v="112" actId="26606"/>
          <ac:spMkLst>
            <pc:docMk/>
            <pc:sldMk cId="3782996716" sldId="256"/>
            <ac:spMk id="27" creationId="{8D1AD6B3-BE88-4CEB-BA17-790657CC4729}"/>
          </ac:spMkLst>
        </pc:spChg>
        <pc:spChg chg="add del">
          <ac:chgData name="SHAFI AHAMED" userId="3c58c60948219e8d" providerId="LiveId" clId="{BAD9803A-7AB1-494D-86EA-DD67E18F2E65}" dt="2026-03-13T07:28:42.865" v="114" actId="26606"/>
          <ac:spMkLst>
            <pc:docMk/>
            <pc:sldMk cId="3782996716" sldId="256"/>
            <ac:spMk id="31" creationId="{74751229-0244-4FBB-BED1-407467F4C951}"/>
          </ac:spMkLst>
        </pc:spChg>
        <pc:spChg chg="add del">
          <ac:chgData name="SHAFI AHAMED" userId="3c58c60948219e8d" providerId="LiveId" clId="{BAD9803A-7AB1-494D-86EA-DD67E18F2E65}" dt="2026-03-13T07:28:45.088" v="116" actId="26606"/>
          <ac:spMkLst>
            <pc:docMk/>
            <pc:sldMk cId="3782996716" sldId="256"/>
            <ac:spMk id="35" creationId="{815925C2-A704-4D47-B1C1-3FCA52512EC1}"/>
          </ac:spMkLst>
        </pc:spChg>
        <pc:spChg chg="add del">
          <ac:chgData name="SHAFI AHAMED" userId="3c58c60948219e8d" providerId="LiveId" clId="{BAD9803A-7AB1-494D-86EA-DD67E18F2E65}" dt="2026-03-13T07:28:45.088" v="116" actId="26606"/>
          <ac:spMkLst>
            <pc:docMk/>
            <pc:sldMk cId="3782996716" sldId="256"/>
            <ac:spMk id="36" creationId="{01D4315C-C23C-4FD3-98DF-08C29E2292A8}"/>
          </ac:spMkLst>
        </pc:spChg>
        <pc:spChg chg="add del">
          <ac:chgData name="SHAFI AHAMED" userId="3c58c60948219e8d" providerId="LiveId" clId="{BAD9803A-7AB1-494D-86EA-DD67E18F2E65}" dt="2026-03-13T07:39:35.902" v="245" actId="26606"/>
          <ac:spMkLst>
            <pc:docMk/>
            <pc:sldMk cId="3782996716" sldId="256"/>
            <ac:spMk id="46" creationId="{74751229-0244-4FBB-BED1-407467F4C951}"/>
          </ac:spMkLst>
        </pc:spChg>
        <pc:spChg chg="add">
          <ac:chgData name="SHAFI AHAMED" userId="3c58c60948219e8d" providerId="LiveId" clId="{BAD9803A-7AB1-494D-86EA-DD67E18F2E65}" dt="2026-03-13T07:39:35.902" v="245" actId="26606"/>
          <ac:spMkLst>
            <pc:docMk/>
            <pc:sldMk cId="3782996716" sldId="256"/>
            <ac:spMk id="53" creationId="{D1942232-83D0-49E2-AF9B-1F97E3C1EF8E}"/>
          </ac:spMkLst>
        </pc:spChg>
        <pc:spChg chg="add">
          <ac:chgData name="SHAFI AHAMED" userId="3c58c60948219e8d" providerId="LiveId" clId="{BAD9803A-7AB1-494D-86EA-DD67E18F2E65}" dt="2026-03-13T07:39:35.902" v="245" actId="26606"/>
          <ac:spMkLst>
            <pc:docMk/>
            <pc:sldMk cId="3782996716" sldId="256"/>
            <ac:spMk id="55" creationId="{E9E70D72-6E23-4015-A4A6-85C120C19167}"/>
          </ac:spMkLst>
        </pc:spChg>
        <pc:grpChg chg="add del">
          <ac:chgData name="SHAFI AHAMED" userId="3c58c60948219e8d" providerId="LiveId" clId="{BAD9803A-7AB1-494D-86EA-DD67E18F2E65}" dt="2026-03-13T07:28:26.726" v="106" actId="26606"/>
          <ac:grpSpMkLst>
            <pc:docMk/>
            <pc:sldMk cId="3782996716" sldId="256"/>
            <ac:grpSpMk id="14" creationId="{89D1390B-7E13-4B4F-9CB2-391063412E54}"/>
          </ac:grpSpMkLst>
        </pc:grpChg>
        <pc:grpChg chg="add del">
          <ac:chgData name="SHAFI AHAMED" userId="3c58c60948219e8d" providerId="LiveId" clId="{BAD9803A-7AB1-494D-86EA-DD67E18F2E65}" dt="2026-03-13T07:28:42.091" v="112" actId="26606"/>
          <ac:grpSpMkLst>
            <pc:docMk/>
            <pc:sldMk cId="3782996716" sldId="256"/>
            <ac:grpSpMk id="29" creationId="{89D1390B-7E13-4B4F-9CB2-391063412E54}"/>
          </ac:grpSpMkLst>
        </pc:grpChg>
        <pc:grpChg chg="add del">
          <ac:chgData name="SHAFI AHAMED" userId="3c58c60948219e8d" providerId="LiveId" clId="{BAD9803A-7AB1-494D-86EA-DD67E18F2E65}" dt="2026-03-13T07:28:45.088" v="116" actId="26606"/>
          <ac:grpSpMkLst>
            <pc:docMk/>
            <pc:sldMk cId="3782996716" sldId="256"/>
            <ac:grpSpMk id="37" creationId="{5E6B47BC-43FD-4C91-8BFF-B41B99A8A39E}"/>
          </ac:grpSpMkLst>
        </pc:grpChg>
        <pc:grpChg chg="add del">
          <ac:chgData name="SHAFI AHAMED" userId="3c58c60948219e8d" providerId="LiveId" clId="{BAD9803A-7AB1-494D-86EA-DD67E18F2E65}" dt="2026-03-13T07:28:45.088" v="116" actId="26606"/>
          <ac:grpSpMkLst>
            <pc:docMk/>
            <pc:sldMk cId="3782996716" sldId="256"/>
            <ac:grpSpMk id="39" creationId="{43F5E015-E085-4624-B431-B42414448684}"/>
          </ac:grpSpMkLst>
        </pc:grpChg>
        <pc:grpChg chg="add">
          <ac:chgData name="SHAFI AHAMED" userId="3c58c60948219e8d" providerId="LiveId" clId="{BAD9803A-7AB1-494D-86EA-DD67E18F2E65}" dt="2026-03-13T07:39:35.902" v="245" actId="26606"/>
          <ac:grpSpMkLst>
            <pc:docMk/>
            <pc:sldMk cId="3782996716" sldId="256"/>
            <ac:grpSpMk id="57" creationId="{C28A977F-B603-4D81-B0FC-C8DE048A7931}"/>
          </ac:grpSpMkLst>
        </pc:grpChg>
        <pc:grpChg chg="add">
          <ac:chgData name="SHAFI AHAMED" userId="3c58c60948219e8d" providerId="LiveId" clId="{BAD9803A-7AB1-494D-86EA-DD67E18F2E65}" dt="2026-03-13T07:39:35.902" v="245" actId="26606"/>
          <ac:grpSpMkLst>
            <pc:docMk/>
            <pc:sldMk cId="3782996716" sldId="256"/>
            <ac:grpSpMk id="63" creationId="{C78D9229-E61D-4FEE-8321-2F8B64A8CADF}"/>
          </ac:grpSpMkLst>
        </pc:grpChg>
        <pc:picChg chg="add del">
          <ac:chgData name="SHAFI AHAMED" userId="3c58c60948219e8d" providerId="LiveId" clId="{BAD9803A-7AB1-494D-86EA-DD67E18F2E65}" dt="2026-03-13T07:28:26.726" v="106" actId="26606"/>
          <ac:picMkLst>
            <pc:docMk/>
            <pc:sldMk cId="3782996716" sldId="256"/>
            <ac:picMk id="7" creationId="{B7ECC7FF-186B-F2FF-F856-A12271EA0BAB}"/>
          </ac:picMkLst>
        </pc:picChg>
        <pc:picChg chg="add del">
          <ac:chgData name="SHAFI AHAMED" userId="3c58c60948219e8d" providerId="LiveId" clId="{BAD9803A-7AB1-494D-86EA-DD67E18F2E65}" dt="2026-03-13T07:28:38.219" v="108" actId="26606"/>
          <ac:picMkLst>
            <pc:docMk/>
            <pc:sldMk cId="3782996716" sldId="256"/>
            <ac:picMk id="9" creationId="{08F2DA2A-6D4F-4461-BD33-039DE9DC25D5}"/>
          </ac:picMkLst>
        </pc:picChg>
        <pc:picChg chg="add del">
          <ac:chgData name="SHAFI AHAMED" userId="3c58c60948219e8d" providerId="LiveId" clId="{BAD9803A-7AB1-494D-86EA-DD67E18F2E65}" dt="2026-03-13T07:28:38.219" v="108" actId="26606"/>
          <ac:picMkLst>
            <pc:docMk/>
            <pc:sldMk cId="3782996716" sldId="256"/>
            <ac:picMk id="20" creationId="{2B263321-3F7F-426B-532B-D02A45CC9CF7}"/>
          </ac:picMkLst>
        </pc:picChg>
        <pc:picChg chg="add del">
          <ac:chgData name="SHAFI AHAMED" userId="3c58c60948219e8d" providerId="LiveId" clId="{BAD9803A-7AB1-494D-86EA-DD67E18F2E65}" dt="2026-03-13T07:28:42.091" v="112" actId="26606"/>
          <ac:picMkLst>
            <pc:docMk/>
            <pc:sldMk cId="3782996716" sldId="256"/>
            <ac:picMk id="28" creationId="{B7ECC7FF-186B-F2FF-F856-A12271EA0BAB}"/>
          </ac:picMkLst>
        </pc:picChg>
        <pc:picChg chg="add del">
          <ac:chgData name="SHAFI AHAMED" userId="3c58c60948219e8d" providerId="LiveId" clId="{BAD9803A-7AB1-494D-86EA-DD67E18F2E65}" dt="2026-03-13T07:28:42.865" v="114" actId="26606"/>
          <ac:picMkLst>
            <pc:docMk/>
            <pc:sldMk cId="3782996716" sldId="256"/>
            <ac:picMk id="32" creationId="{2B263321-3F7F-426B-532B-D02A45CC9CF7}"/>
          </ac:picMkLst>
        </pc:picChg>
        <pc:picChg chg="add del">
          <ac:chgData name="SHAFI AHAMED" userId="3c58c60948219e8d" providerId="LiveId" clId="{BAD9803A-7AB1-494D-86EA-DD67E18F2E65}" dt="2026-03-13T07:28:42.865" v="114" actId="26606"/>
          <ac:picMkLst>
            <pc:docMk/>
            <pc:sldMk cId="3782996716" sldId="256"/>
            <ac:picMk id="33" creationId="{08F2DA2A-6D4F-4461-BD33-039DE9DC25D5}"/>
          </ac:picMkLst>
        </pc:picChg>
        <pc:picChg chg="add mod">
          <ac:chgData name="SHAFI AHAMED" userId="3c58c60948219e8d" providerId="LiveId" clId="{BAD9803A-7AB1-494D-86EA-DD67E18F2E65}" dt="2026-03-13T07:39:35.902" v="245" actId="26606"/>
          <ac:picMkLst>
            <pc:docMk/>
            <pc:sldMk cId="3782996716" sldId="256"/>
            <ac:picMk id="47" creationId="{2B263321-3F7F-426B-532B-D02A45CC9CF7}"/>
          </ac:picMkLst>
        </pc:picChg>
        <pc:picChg chg="add del">
          <ac:chgData name="SHAFI AHAMED" userId="3c58c60948219e8d" providerId="LiveId" clId="{BAD9803A-7AB1-494D-86EA-DD67E18F2E65}" dt="2026-03-13T07:39:35.902" v="245" actId="26606"/>
          <ac:picMkLst>
            <pc:docMk/>
            <pc:sldMk cId="3782996716" sldId="256"/>
            <ac:picMk id="48" creationId="{08F2DA2A-6D4F-4461-BD33-039DE9DC25D5}"/>
          </ac:picMkLst>
        </pc:picChg>
        <pc:cxnChg chg="add del">
          <ac:chgData name="SHAFI AHAMED" userId="3c58c60948219e8d" providerId="LiveId" clId="{BAD9803A-7AB1-494D-86EA-DD67E18F2E65}" dt="2026-03-13T07:28:41.139" v="110" actId="26606"/>
          <ac:cxnSpMkLst>
            <pc:docMk/>
            <pc:sldMk cId="3782996716" sldId="256"/>
            <ac:cxnSpMk id="24" creationId="{F7C8EA93-3210-4C62-99E9-153C275E3A87}"/>
          </ac:cxnSpMkLst>
        </pc:cxnChg>
      </pc:sldChg>
      <pc:sldChg chg="addSp delSp modSp new mod setBg">
        <pc:chgData name="SHAFI AHAMED" userId="3c58c60948219e8d" providerId="LiveId" clId="{BAD9803A-7AB1-494D-86EA-DD67E18F2E65}" dt="2026-03-13T07:30:53.792" v="135" actId="26606"/>
        <pc:sldMkLst>
          <pc:docMk/>
          <pc:sldMk cId="2348668361" sldId="257"/>
        </pc:sldMkLst>
        <pc:spChg chg="mod">
          <ac:chgData name="SHAFI AHAMED" userId="3c58c60948219e8d" providerId="LiveId" clId="{BAD9803A-7AB1-494D-86EA-DD67E18F2E65}" dt="2026-03-13T07:30:53.792" v="135" actId="26606"/>
          <ac:spMkLst>
            <pc:docMk/>
            <pc:sldMk cId="2348668361" sldId="257"/>
            <ac:spMk id="2" creationId="{99544C9D-4FE6-0380-3FEE-81D8BD60739A}"/>
          </ac:spMkLst>
        </pc:spChg>
        <pc:spChg chg="mod">
          <ac:chgData name="SHAFI AHAMED" userId="3c58c60948219e8d" providerId="LiveId" clId="{BAD9803A-7AB1-494D-86EA-DD67E18F2E65}" dt="2026-03-13T07:30:53.792" v="135" actId="26606"/>
          <ac:spMkLst>
            <pc:docMk/>
            <pc:sldMk cId="2348668361" sldId="257"/>
            <ac:spMk id="3" creationId="{B416170D-E3D1-D590-5634-55571E6CD373}"/>
          </ac:spMkLst>
        </pc:spChg>
        <pc:spChg chg="add del">
          <ac:chgData name="SHAFI AHAMED" userId="3c58c60948219e8d" providerId="LiveId" clId="{BAD9803A-7AB1-494D-86EA-DD67E18F2E65}" dt="2026-03-13T07:28:58.209" v="119" actId="26606"/>
          <ac:spMkLst>
            <pc:docMk/>
            <pc:sldMk cId="2348668361" sldId="257"/>
            <ac:spMk id="8" creationId="{C9A36457-A5F4-4103-A443-02581C09185B}"/>
          </ac:spMkLst>
        </pc:spChg>
        <pc:spChg chg="add del">
          <ac:chgData name="SHAFI AHAMED" userId="3c58c60948219e8d" providerId="LiveId" clId="{BAD9803A-7AB1-494D-86EA-DD67E18F2E65}" dt="2026-03-13T07:28:58.209" v="119" actId="26606"/>
          <ac:spMkLst>
            <pc:docMk/>
            <pc:sldMk cId="2348668361" sldId="257"/>
            <ac:spMk id="10" creationId="{AA5CF486-D9E5-4A66-898A-F3D62B81B15E}"/>
          </ac:spMkLst>
        </pc:spChg>
        <pc:spChg chg="add del">
          <ac:chgData name="SHAFI AHAMED" userId="3c58c60948219e8d" providerId="LiveId" clId="{BAD9803A-7AB1-494D-86EA-DD67E18F2E65}" dt="2026-03-13T07:30:53.792" v="135" actId="26606"/>
          <ac:spMkLst>
            <pc:docMk/>
            <pc:sldMk cId="2348668361" sldId="257"/>
            <ac:spMk id="15" creationId="{815925C2-A704-4D47-B1C1-3FCA52512EC1}"/>
          </ac:spMkLst>
        </pc:spChg>
        <pc:spChg chg="add del">
          <ac:chgData name="SHAFI AHAMED" userId="3c58c60948219e8d" providerId="LiveId" clId="{BAD9803A-7AB1-494D-86EA-DD67E18F2E65}" dt="2026-03-13T07:30:53.792" v="135" actId="26606"/>
          <ac:spMkLst>
            <pc:docMk/>
            <pc:sldMk cId="2348668361" sldId="257"/>
            <ac:spMk id="24" creationId="{01D4315C-C23C-4FD3-98DF-08C29E2292A8}"/>
          </ac:spMkLst>
        </pc:spChg>
        <pc:spChg chg="add">
          <ac:chgData name="SHAFI AHAMED" userId="3c58c60948219e8d" providerId="LiveId" clId="{BAD9803A-7AB1-494D-86EA-DD67E18F2E65}" dt="2026-03-13T07:30:53.792" v="135" actId="26606"/>
          <ac:spMkLst>
            <pc:docMk/>
            <pc:sldMk cId="2348668361" sldId="257"/>
            <ac:spMk id="29" creationId="{889C5E17-24D0-4696-A3C5-A2261FB455FA}"/>
          </ac:spMkLst>
        </pc:spChg>
        <pc:spChg chg="add">
          <ac:chgData name="SHAFI AHAMED" userId="3c58c60948219e8d" providerId="LiveId" clId="{BAD9803A-7AB1-494D-86EA-DD67E18F2E65}" dt="2026-03-13T07:30:53.792" v="135" actId="26606"/>
          <ac:spMkLst>
            <pc:docMk/>
            <pc:sldMk cId="2348668361" sldId="257"/>
            <ac:spMk id="31" creationId="{6929B58F-2358-44CC-ACE5-EF1BD3C6C824}"/>
          </ac:spMkLst>
        </pc:spChg>
        <pc:grpChg chg="add del">
          <ac:chgData name="SHAFI AHAMED" userId="3c58c60948219e8d" providerId="LiveId" clId="{BAD9803A-7AB1-494D-86EA-DD67E18F2E65}" dt="2026-03-13T07:30:53.792" v="135" actId="26606"/>
          <ac:grpSpMkLst>
            <pc:docMk/>
            <pc:sldMk cId="2348668361" sldId="257"/>
            <ac:grpSpMk id="12" creationId="{5E6B47BC-43FD-4C91-8BFF-B41B99A8A39E}"/>
          </ac:grpSpMkLst>
        </pc:grpChg>
        <pc:grpChg chg="add del">
          <ac:chgData name="SHAFI AHAMED" userId="3c58c60948219e8d" providerId="LiveId" clId="{BAD9803A-7AB1-494D-86EA-DD67E18F2E65}" dt="2026-03-13T07:30:53.792" v="135" actId="26606"/>
          <ac:grpSpMkLst>
            <pc:docMk/>
            <pc:sldMk cId="2348668361" sldId="257"/>
            <ac:grpSpMk id="16" creationId="{43F5E015-E085-4624-B431-B42414448684}"/>
          </ac:grpSpMkLst>
        </pc:grpChg>
        <pc:grpChg chg="add">
          <ac:chgData name="SHAFI AHAMED" userId="3c58c60948219e8d" providerId="LiveId" clId="{BAD9803A-7AB1-494D-86EA-DD67E18F2E65}" dt="2026-03-13T07:30:53.792" v="135" actId="26606"/>
          <ac:grpSpMkLst>
            <pc:docMk/>
            <pc:sldMk cId="2348668361" sldId="257"/>
            <ac:grpSpMk id="33" creationId="{09DA5303-A1AF-4830-806C-51FCD96188B7}"/>
          </ac:grpSpMkLst>
        </pc:grpChg>
      </pc:sldChg>
      <pc:sldChg chg="addSp delSp modSp new mod setBg">
        <pc:chgData name="SHAFI AHAMED" userId="3c58c60948219e8d" providerId="LiveId" clId="{BAD9803A-7AB1-494D-86EA-DD67E18F2E65}" dt="2026-03-13T07:30:19.969" v="134" actId="26606"/>
        <pc:sldMkLst>
          <pc:docMk/>
          <pc:sldMk cId="1108451865" sldId="258"/>
        </pc:sldMkLst>
        <pc:spChg chg="mod">
          <ac:chgData name="SHAFI AHAMED" userId="3c58c60948219e8d" providerId="LiveId" clId="{BAD9803A-7AB1-494D-86EA-DD67E18F2E65}" dt="2026-03-13T07:30:19.969" v="134" actId="26606"/>
          <ac:spMkLst>
            <pc:docMk/>
            <pc:sldMk cId="1108451865" sldId="258"/>
            <ac:spMk id="2" creationId="{41264A8C-E12D-2637-11F5-652EB2995C1F}"/>
          </ac:spMkLst>
        </pc:spChg>
        <pc:spChg chg="mod">
          <ac:chgData name="SHAFI AHAMED" userId="3c58c60948219e8d" providerId="LiveId" clId="{BAD9803A-7AB1-494D-86EA-DD67E18F2E65}" dt="2026-03-13T07:30:19.969" v="134" actId="26606"/>
          <ac:spMkLst>
            <pc:docMk/>
            <pc:sldMk cId="1108451865" sldId="258"/>
            <ac:spMk id="3" creationId="{752A94B0-AA31-2978-F9AB-8C675661CCF6}"/>
          </ac:spMkLst>
        </pc:spChg>
        <pc:spChg chg="add del">
          <ac:chgData name="SHAFI AHAMED" userId="3c58c60948219e8d" providerId="LiveId" clId="{BAD9803A-7AB1-494D-86EA-DD67E18F2E65}" dt="2026-03-13T07:30:19.969" v="134" actId="26606"/>
          <ac:spMkLst>
            <pc:docMk/>
            <pc:sldMk cId="1108451865" sldId="258"/>
            <ac:spMk id="8" creationId="{815925C2-A704-4D47-B1C1-3FCA52512EC1}"/>
          </ac:spMkLst>
        </pc:spChg>
        <pc:spChg chg="add del">
          <ac:chgData name="SHAFI AHAMED" userId="3c58c60948219e8d" providerId="LiveId" clId="{BAD9803A-7AB1-494D-86EA-DD67E18F2E65}" dt="2026-03-13T07:30:19.969" v="134" actId="26606"/>
          <ac:spMkLst>
            <pc:docMk/>
            <pc:sldMk cId="1108451865" sldId="258"/>
            <ac:spMk id="10" creationId="{01D4315C-C23C-4FD3-98DF-08C29E2292A8}"/>
          </ac:spMkLst>
        </pc:spChg>
        <pc:spChg chg="add">
          <ac:chgData name="SHAFI AHAMED" userId="3c58c60948219e8d" providerId="LiveId" clId="{BAD9803A-7AB1-494D-86EA-DD67E18F2E65}" dt="2026-03-13T07:30:19.969" v="134" actId="26606"/>
          <ac:spMkLst>
            <pc:docMk/>
            <pc:sldMk cId="1108451865" sldId="258"/>
            <ac:spMk id="28" creationId="{889C5E17-24D0-4696-A3C5-A2261FB455FA}"/>
          </ac:spMkLst>
        </pc:spChg>
        <pc:spChg chg="add">
          <ac:chgData name="SHAFI AHAMED" userId="3c58c60948219e8d" providerId="LiveId" clId="{BAD9803A-7AB1-494D-86EA-DD67E18F2E65}" dt="2026-03-13T07:30:19.969" v="134" actId="26606"/>
          <ac:spMkLst>
            <pc:docMk/>
            <pc:sldMk cId="1108451865" sldId="258"/>
            <ac:spMk id="30" creationId="{6929B58F-2358-44CC-ACE5-EF1BD3C6C824}"/>
          </ac:spMkLst>
        </pc:spChg>
        <pc:grpChg chg="add del">
          <ac:chgData name="SHAFI AHAMED" userId="3c58c60948219e8d" providerId="LiveId" clId="{BAD9803A-7AB1-494D-86EA-DD67E18F2E65}" dt="2026-03-13T07:30:19.969" v="134" actId="26606"/>
          <ac:grpSpMkLst>
            <pc:docMk/>
            <pc:sldMk cId="1108451865" sldId="258"/>
            <ac:grpSpMk id="12" creationId="{5E6B47BC-43FD-4C91-8BFF-B41B99A8A39E}"/>
          </ac:grpSpMkLst>
        </pc:grpChg>
        <pc:grpChg chg="add del">
          <ac:chgData name="SHAFI AHAMED" userId="3c58c60948219e8d" providerId="LiveId" clId="{BAD9803A-7AB1-494D-86EA-DD67E18F2E65}" dt="2026-03-13T07:30:19.969" v="134" actId="26606"/>
          <ac:grpSpMkLst>
            <pc:docMk/>
            <pc:sldMk cId="1108451865" sldId="258"/>
            <ac:grpSpMk id="16" creationId="{43F5E015-E085-4624-B431-B42414448684}"/>
          </ac:grpSpMkLst>
        </pc:grpChg>
        <pc:grpChg chg="add">
          <ac:chgData name="SHAFI AHAMED" userId="3c58c60948219e8d" providerId="LiveId" clId="{BAD9803A-7AB1-494D-86EA-DD67E18F2E65}" dt="2026-03-13T07:30:19.969" v="134" actId="26606"/>
          <ac:grpSpMkLst>
            <pc:docMk/>
            <pc:sldMk cId="1108451865" sldId="258"/>
            <ac:grpSpMk id="32" creationId="{09DA5303-A1AF-4830-806C-51FCD96188B7}"/>
          </ac:grpSpMkLst>
        </pc:grpChg>
      </pc:sldChg>
      <pc:sldChg chg="addSp delSp modSp new mod setBg">
        <pc:chgData name="SHAFI AHAMED" userId="3c58c60948219e8d" providerId="LiveId" clId="{BAD9803A-7AB1-494D-86EA-DD67E18F2E65}" dt="2026-03-13T07:30:15.663" v="133" actId="26606"/>
        <pc:sldMkLst>
          <pc:docMk/>
          <pc:sldMk cId="4056970114" sldId="259"/>
        </pc:sldMkLst>
        <pc:spChg chg="mod">
          <ac:chgData name="SHAFI AHAMED" userId="3c58c60948219e8d" providerId="LiveId" clId="{BAD9803A-7AB1-494D-86EA-DD67E18F2E65}" dt="2026-03-13T07:30:15.663" v="133" actId="26606"/>
          <ac:spMkLst>
            <pc:docMk/>
            <pc:sldMk cId="4056970114" sldId="259"/>
            <ac:spMk id="2" creationId="{8BB97C43-69C7-96AB-2050-A95C237F8FB5}"/>
          </ac:spMkLst>
        </pc:spChg>
        <pc:spChg chg="mod">
          <ac:chgData name="SHAFI AHAMED" userId="3c58c60948219e8d" providerId="LiveId" clId="{BAD9803A-7AB1-494D-86EA-DD67E18F2E65}" dt="2026-03-13T07:30:15.663" v="133" actId="26606"/>
          <ac:spMkLst>
            <pc:docMk/>
            <pc:sldMk cId="4056970114" sldId="259"/>
            <ac:spMk id="3" creationId="{FA5634A3-EED1-779A-210A-991006FFA503}"/>
          </ac:spMkLst>
        </pc:spChg>
        <pc:spChg chg="add del">
          <ac:chgData name="SHAFI AHAMED" userId="3c58c60948219e8d" providerId="LiveId" clId="{BAD9803A-7AB1-494D-86EA-DD67E18F2E65}" dt="2026-03-13T07:30:15.663" v="133" actId="26606"/>
          <ac:spMkLst>
            <pc:docMk/>
            <pc:sldMk cId="4056970114" sldId="259"/>
            <ac:spMk id="8" creationId="{815925C2-A704-4D47-B1C1-3FCA52512EC1}"/>
          </ac:spMkLst>
        </pc:spChg>
        <pc:spChg chg="add del">
          <ac:chgData name="SHAFI AHAMED" userId="3c58c60948219e8d" providerId="LiveId" clId="{BAD9803A-7AB1-494D-86EA-DD67E18F2E65}" dt="2026-03-13T07:30:15.663" v="133" actId="26606"/>
          <ac:spMkLst>
            <pc:docMk/>
            <pc:sldMk cId="4056970114" sldId="259"/>
            <ac:spMk id="10" creationId="{01D4315C-C23C-4FD3-98DF-08C29E2292A8}"/>
          </ac:spMkLst>
        </pc:spChg>
        <pc:spChg chg="add">
          <ac:chgData name="SHAFI AHAMED" userId="3c58c60948219e8d" providerId="LiveId" clId="{BAD9803A-7AB1-494D-86EA-DD67E18F2E65}" dt="2026-03-13T07:30:15.663" v="133" actId="26606"/>
          <ac:spMkLst>
            <pc:docMk/>
            <pc:sldMk cId="4056970114" sldId="259"/>
            <ac:spMk id="28" creationId="{889C5E17-24D0-4696-A3C5-A2261FB455FA}"/>
          </ac:spMkLst>
        </pc:spChg>
        <pc:spChg chg="add">
          <ac:chgData name="SHAFI AHAMED" userId="3c58c60948219e8d" providerId="LiveId" clId="{BAD9803A-7AB1-494D-86EA-DD67E18F2E65}" dt="2026-03-13T07:30:15.663" v="133" actId="26606"/>
          <ac:spMkLst>
            <pc:docMk/>
            <pc:sldMk cId="4056970114" sldId="259"/>
            <ac:spMk id="30" creationId="{6929B58F-2358-44CC-ACE5-EF1BD3C6C824}"/>
          </ac:spMkLst>
        </pc:spChg>
        <pc:grpChg chg="add del">
          <ac:chgData name="SHAFI AHAMED" userId="3c58c60948219e8d" providerId="LiveId" clId="{BAD9803A-7AB1-494D-86EA-DD67E18F2E65}" dt="2026-03-13T07:30:15.663" v="133" actId="26606"/>
          <ac:grpSpMkLst>
            <pc:docMk/>
            <pc:sldMk cId="4056970114" sldId="259"/>
            <ac:grpSpMk id="12" creationId="{5E6B47BC-43FD-4C91-8BFF-B41B99A8A39E}"/>
          </ac:grpSpMkLst>
        </pc:grpChg>
        <pc:grpChg chg="add del">
          <ac:chgData name="SHAFI AHAMED" userId="3c58c60948219e8d" providerId="LiveId" clId="{BAD9803A-7AB1-494D-86EA-DD67E18F2E65}" dt="2026-03-13T07:30:15.663" v="133" actId="26606"/>
          <ac:grpSpMkLst>
            <pc:docMk/>
            <pc:sldMk cId="4056970114" sldId="259"/>
            <ac:grpSpMk id="16" creationId="{43F5E015-E085-4624-B431-B42414448684}"/>
          </ac:grpSpMkLst>
        </pc:grpChg>
        <pc:grpChg chg="add">
          <ac:chgData name="SHAFI AHAMED" userId="3c58c60948219e8d" providerId="LiveId" clId="{BAD9803A-7AB1-494D-86EA-DD67E18F2E65}" dt="2026-03-13T07:30:15.663" v="133" actId="26606"/>
          <ac:grpSpMkLst>
            <pc:docMk/>
            <pc:sldMk cId="4056970114" sldId="259"/>
            <ac:grpSpMk id="32" creationId="{09DA5303-A1AF-4830-806C-51FCD96188B7}"/>
          </ac:grpSpMkLst>
        </pc:grpChg>
      </pc:sldChg>
      <pc:sldChg chg="addSp delSp modSp new mod setBg">
        <pc:chgData name="SHAFI AHAMED" userId="3c58c60948219e8d" providerId="LiveId" clId="{BAD9803A-7AB1-494D-86EA-DD67E18F2E65}" dt="2026-03-13T07:30:00.600" v="131" actId="26606"/>
        <pc:sldMkLst>
          <pc:docMk/>
          <pc:sldMk cId="1095580984" sldId="260"/>
        </pc:sldMkLst>
        <pc:spChg chg="mod">
          <ac:chgData name="SHAFI AHAMED" userId="3c58c60948219e8d" providerId="LiveId" clId="{BAD9803A-7AB1-494D-86EA-DD67E18F2E65}" dt="2026-03-13T07:30:00.600" v="131" actId="26606"/>
          <ac:spMkLst>
            <pc:docMk/>
            <pc:sldMk cId="1095580984" sldId="260"/>
            <ac:spMk id="2" creationId="{71109B8E-BF5A-7171-C9D9-6B1061397739}"/>
          </ac:spMkLst>
        </pc:spChg>
        <pc:spChg chg="mod">
          <ac:chgData name="SHAFI AHAMED" userId="3c58c60948219e8d" providerId="LiveId" clId="{BAD9803A-7AB1-494D-86EA-DD67E18F2E65}" dt="2026-03-13T07:30:00.600" v="131" actId="26606"/>
          <ac:spMkLst>
            <pc:docMk/>
            <pc:sldMk cId="1095580984" sldId="260"/>
            <ac:spMk id="3" creationId="{439E82AC-A31A-5F33-3B92-B89A3BA9D5A0}"/>
          </ac:spMkLst>
        </pc:spChg>
        <pc:spChg chg="add del">
          <ac:chgData name="SHAFI AHAMED" userId="3c58c60948219e8d" providerId="LiveId" clId="{BAD9803A-7AB1-494D-86EA-DD67E18F2E65}" dt="2026-03-13T07:30:00.600" v="131" actId="26606"/>
          <ac:spMkLst>
            <pc:docMk/>
            <pc:sldMk cId="1095580984" sldId="260"/>
            <ac:spMk id="8" creationId="{815925C2-A704-4D47-B1C1-3FCA52512EC1}"/>
          </ac:spMkLst>
        </pc:spChg>
        <pc:spChg chg="add del">
          <ac:chgData name="SHAFI AHAMED" userId="3c58c60948219e8d" providerId="LiveId" clId="{BAD9803A-7AB1-494D-86EA-DD67E18F2E65}" dt="2026-03-13T07:30:00.600" v="131" actId="26606"/>
          <ac:spMkLst>
            <pc:docMk/>
            <pc:sldMk cId="1095580984" sldId="260"/>
            <ac:spMk id="10" creationId="{01D4315C-C23C-4FD3-98DF-08C29E2292A8}"/>
          </ac:spMkLst>
        </pc:spChg>
        <pc:spChg chg="add del">
          <ac:chgData name="SHAFI AHAMED" userId="3c58c60948219e8d" providerId="LiveId" clId="{BAD9803A-7AB1-494D-86EA-DD67E18F2E65}" dt="2026-03-13T07:29:56.709" v="128" actId="26606"/>
          <ac:spMkLst>
            <pc:docMk/>
            <pc:sldMk cId="1095580984" sldId="260"/>
            <ac:spMk id="28" creationId="{889C5E17-24D0-4696-A3C5-A2261FB455FA}"/>
          </ac:spMkLst>
        </pc:spChg>
        <pc:spChg chg="add del">
          <ac:chgData name="SHAFI AHAMED" userId="3c58c60948219e8d" providerId="LiveId" clId="{BAD9803A-7AB1-494D-86EA-DD67E18F2E65}" dt="2026-03-13T07:29:56.709" v="128" actId="26606"/>
          <ac:spMkLst>
            <pc:docMk/>
            <pc:sldMk cId="1095580984" sldId="260"/>
            <ac:spMk id="30" creationId="{6929B58F-2358-44CC-ACE5-EF1BD3C6C824}"/>
          </ac:spMkLst>
        </pc:spChg>
        <pc:spChg chg="add del">
          <ac:chgData name="SHAFI AHAMED" userId="3c58c60948219e8d" providerId="LiveId" clId="{BAD9803A-7AB1-494D-86EA-DD67E18F2E65}" dt="2026-03-13T07:30:00.590" v="130" actId="26606"/>
          <ac:spMkLst>
            <pc:docMk/>
            <pc:sldMk cId="1095580984" sldId="260"/>
            <ac:spMk id="37" creationId="{18873D23-2DCF-4B31-A009-95721C06E8E1}"/>
          </ac:spMkLst>
        </pc:spChg>
        <pc:spChg chg="add del">
          <ac:chgData name="SHAFI AHAMED" userId="3c58c60948219e8d" providerId="LiveId" clId="{BAD9803A-7AB1-494D-86EA-DD67E18F2E65}" dt="2026-03-13T07:30:00.590" v="130" actId="26606"/>
          <ac:spMkLst>
            <pc:docMk/>
            <pc:sldMk cId="1095580984" sldId="260"/>
            <ac:spMk id="38" creationId="{C13EF075-D4EF-4929-ADBC-91B27DA19955}"/>
          </ac:spMkLst>
        </pc:spChg>
        <pc:spChg chg="add">
          <ac:chgData name="SHAFI AHAMED" userId="3c58c60948219e8d" providerId="LiveId" clId="{BAD9803A-7AB1-494D-86EA-DD67E18F2E65}" dt="2026-03-13T07:30:00.600" v="131" actId="26606"/>
          <ac:spMkLst>
            <pc:docMk/>
            <pc:sldMk cId="1095580984" sldId="260"/>
            <ac:spMk id="44" creationId="{889C5E17-24D0-4696-A3C5-A2261FB455FA}"/>
          </ac:spMkLst>
        </pc:spChg>
        <pc:spChg chg="add">
          <ac:chgData name="SHAFI AHAMED" userId="3c58c60948219e8d" providerId="LiveId" clId="{BAD9803A-7AB1-494D-86EA-DD67E18F2E65}" dt="2026-03-13T07:30:00.600" v="131" actId="26606"/>
          <ac:spMkLst>
            <pc:docMk/>
            <pc:sldMk cId="1095580984" sldId="260"/>
            <ac:spMk id="45" creationId="{6929B58F-2358-44CC-ACE5-EF1BD3C6C824}"/>
          </ac:spMkLst>
        </pc:spChg>
        <pc:grpChg chg="add del">
          <ac:chgData name="SHAFI AHAMED" userId="3c58c60948219e8d" providerId="LiveId" clId="{BAD9803A-7AB1-494D-86EA-DD67E18F2E65}" dt="2026-03-13T07:30:00.600" v="131" actId="26606"/>
          <ac:grpSpMkLst>
            <pc:docMk/>
            <pc:sldMk cId="1095580984" sldId="260"/>
            <ac:grpSpMk id="12" creationId="{5E6B47BC-43FD-4C91-8BFF-B41B99A8A39E}"/>
          </ac:grpSpMkLst>
        </pc:grpChg>
        <pc:grpChg chg="add del">
          <ac:chgData name="SHAFI AHAMED" userId="3c58c60948219e8d" providerId="LiveId" clId="{BAD9803A-7AB1-494D-86EA-DD67E18F2E65}" dt="2026-03-13T07:30:00.600" v="131" actId="26606"/>
          <ac:grpSpMkLst>
            <pc:docMk/>
            <pc:sldMk cId="1095580984" sldId="260"/>
            <ac:grpSpMk id="16" creationId="{43F5E015-E085-4624-B431-B42414448684}"/>
          </ac:grpSpMkLst>
        </pc:grpChg>
        <pc:grpChg chg="add del">
          <ac:chgData name="SHAFI AHAMED" userId="3c58c60948219e8d" providerId="LiveId" clId="{BAD9803A-7AB1-494D-86EA-DD67E18F2E65}" dt="2026-03-13T07:29:56.709" v="128" actId="26606"/>
          <ac:grpSpMkLst>
            <pc:docMk/>
            <pc:sldMk cId="1095580984" sldId="260"/>
            <ac:grpSpMk id="32" creationId="{09DA5303-A1AF-4830-806C-51FCD96188B7}"/>
          </ac:grpSpMkLst>
        </pc:grpChg>
        <pc:grpChg chg="add del">
          <ac:chgData name="SHAFI AHAMED" userId="3c58c60948219e8d" providerId="LiveId" clId="{BAD9803A-7AB1-494D-86EA-DD67E18F2E65}" dt="2026-03-13T07:30:00.590" v="130" actId="26606"/>
          <ac:grpSpMkLst>
            <pc:docMk/>
            <pc:sldMk cId="1095580984" sldId="260"/>
            <ac:grpSpMk id="39" creationId="{DAA26DFA-AAB2-4973-9C17-16D587C7B198}"/>
          </ac:grpSpMkLst>
        </pc:grpChg>
        <pc:grpChg chg="add">
          <ac:chgData name="SHAFI AHAMED" userId="3c58c60948219e8d" providerId="LiveId" clId="{BAD9803A-7AB1-494D-86EA-DD67E18F2E65}" dt="2026-03-13T07:30:00.600" v="131" actId="26606"/>
          <ac:grpSpMkLst>
            <pc:docMk/>
            <pc:sldMk cId="1095580984" sldId="260"/>
            <ac:grpSpMk id="46" creationId="{09DA5303-A1AF-4830-806C-51FCD96188B7}"/>
          </ac:grpSpMkLst>
        </pc:grpChg>
      </pc:sldChg>
      <pc:sldChg chg="addSp delSp modSp new mod setBg">
        <pc:chgData name="SHAFI AHAMED" userId="3c58c60948219e8d" providerId="LiveId" clId="{BAD9803A-7AB1-494D-86EA-DD67E18F2E65}" dt="2026-03-13T07:30:04.640" v="132" actId="26606"/>
        <pc:sldMkLst>
          <pc:docMk/>
          <pc:sldMk cId="3684485581" sldId="261"/>
        </pc:sldMkLst>
        <pc:spChg chg="mod">
          <ac:chgData name="SHAFI AHAMED" userId="3c58c60948219e8d" providerId="LiveId" clId="{BAD9803A-7AB1-494D-86EA-DD67E18F2E65}" dt="2026-03-13T07:30:04.640" v="132" actId="26606"/>
          <ac:spMkLst>
            <pc:docMk/>
            <pc:sldMk cId="3684485581" sldId="261"/>
            <ac:spMk id="2" creationId="{9FD635E1-276F-3710-CAB6-D57D290F3CC4}"/>
          </ac:spMkLst>
        </pc:spChg>
        <pc:spChg chg="mod">
          <ac:chgData name="SHAFI AHAMED" userId="3c58c60948219e8d" providerId="LiveId" clId="{BAD9803A-7AB1-494D-86EA-DD67E18F2E65}" dt="2026-03-13T07:30:04.640" v="132" actId="26606"/>
          <ac:spMkLst>
            <pc:docMk/>
            <pc:sldMk cId="3684485581" sldId="261"/>
            <ac:spMk id="3" creationId="{2204E050-ED6B-6D50-00AE-F17034B0DE56}"/>
          </ac:spMkLst>
        </pc:spChg>
        <pc:spChg chg="add del">
          <ac:chgData name="SHAFI AHAMED" userId="3c58c60948219e8d" providerId="LiveId" clId="{BAD9803A-7AB1-494D-86EA-DD67E18F2E65}" dt="2026-03-13T07:29:49.073" v="126" actId="26606"/>
          <ac:spMkLst>
            <pc:docMk/>
            <pc:sldMk cId="3684485581" sldId="261"/>
            <ac:spMk id="8" creationId="{815925C2-A704-4D47-B1C1-3FCA52512EC1}"/>
          </ac:spMkLst>
        </pc:spChg>
        <pc:spChg chg="add del">
          <ac:chgData name="SHAFI AHAMED" userId="3c58c60948219e8d" providerId="LiveId" clId="{BAD9803A-7AB1-494D-86EA-DD67E18F2E65}" dt="2026-03-13T07:29:49.073" v="126" actId="26606"/>
          <ac:spMkLst>
            <pc:docMk/>
            <pc:sldMk cId="3684485581" sldId="261"/>
            <ac:spMk id="10" creationId="{01D4315C-C23C-4FD3-98DF-08C29E2292A8}"/>
          </ac:spMkLst>
        </pc:spChg>
        <pc:spChg chg="add del">
          <ac:chgData name="SHAFI AHAMED" userId="3c58c60948219e8d" providerId="LiveId" clId="{BAD9803A-7AB1-494D-86EA-DD67E18F2E65}" dt="2026-03-13T07:30:04.640" v="132" actId="26606"/>
          <ac:spMkLst>
            <pc:docMk/>
            <pc:sldMk cId="3684485581" sldId="261"/>
            <ac:spMk id="28" creationId="{18873D23-2DCF-4B31-A009-95721C06E8E1}"/>
          </ac:spMkLst>
        </pc:spChg>
        <pc:spChg chg="add del">
          <ac:chgData name="SHAFI AHAMED" userId="3c58c60948219e8d" providerId="LiveId" clId="{BAD9803A-7AB1-494D-86EA-DD67E18F2E65}" dt="2026-03-13T07:30:04.640" v="132" actId="26606"/>
          <ac:spMkLst>
            <pc:docMk/>
            <pc:sldMk cId="3684485581" sldId="261"/>
            <ac:spMk id="30" creationId="{C13EF075-D4EF-4929-ADBC-91B27DA19955}"/>
          </ac:spMkLst>
        </pc:spChg>
        <pc:spChg chg="add">
          <ac:chgData name="SHAFI AHAMED" userId="3c58c60948219e8d" providerId="LiveId" clId="{BAD9803A-7AB1-494D-86EA-DD67E18F2E65}" dt="2026-03-13T07:30:04.640" v="132" actId="26606"/>
          <ac:spMkLst>
            <pc:docMk/>
            <pc:sldMk cId="3684485581" sldId="261"/>
            <ac:spMk id="41" creationId="{889C5E17-24D0-4696-A3C5-A2261FB455FA}"/>
          </ac:spMkLst>
        </pc:spChg>
        <pc:spChg chg="add">
          <ac:chgData name="SHAFI AHAMED" userId="3c58c60948219e8d" providerId="LiveId" clId="{BAD9803A-7AB1-494D-86EA-DD67E18F2E65}" dt="2026-03-13T07:30:04.640" v="132" actId="26606"/>
          <ac:spMkLst>
            <pc:docMk/>
            <pc:sldMk cId="3684485581" sldId="261"/>
            <ac:spMk id="43" creationId="{6929B58F-2358-44CC-ACE5-EF1BD3C6C824}"/>
          </ac:spMkLst>
        </pc:spChg>
        <pc:grpChg chg="add del">
          <ac:chgData name="SHAFI AHAMED" userId="3c58c60948219e8d" providerId="LiveId" clId="{BAD9803A-7AB1-494D-86EA-DD67E18F2E65}" dt="2026-03-13T07:29:49.073" v="126" actId="26606"/>
          <ac:grpSpMkLst>
            <pc:docMk/>
            <pc:sldMk cId="3684485581" sldId="261"/>
            <ac:grpSpMk id="12" creationId="{5E6B47BC-43FD-4C91-8BFF-B41B99A8A39E}"/>
          </ac:grpSpMkLst>
        </pc:grpChg>
        <pc:grpChg chg="add del">
          <ac:chgData name="SHAFI AHAMED" userId="3c58c60948219e8d" providerId="LiveId" clId="{BAD9803A-7AB1-494D-86EA-DD67E18F2E65}" dt="2026-03-13T07:29:49.073" v="126" actId="26606"/>
          <ac:grpSpMkLst>
            <pc:docMk/>
            <pc:sldMk cId="3684485581" sldId="261"/>
            <ac:grpSpMk id="16" creationId="{43F5E015-E085-4624-B431-B42414448684}"/>
          </ac:grpSpMkLst>
        </pc:grpChg>
        <pc:grpChg chg="add del">
          <ac:chgData name="SHAFI AHAMED" userId="3c58c60948219e8d" providerId="LiveId" clId="{BAD9803A-7AB1-494D-86EA-DD67E18F2E65}" dt="2026-03-13T07:30:04.640" v="132" actId="26606"/>
          <ac:grpSpMkLst>
            <pc:docMk/>
            <pc:sldMk cId="3684485581" sldId="261"/>
            <ac:grpSpMk id="32" creationId="{DAA26DFA-AAB2-4973-9C17-16D587C7B198}"/>
          </ac:grpSpMkLst>
        </pc:grpChg>
        <pc:grpChg chg="add">
          <ac:chgData name="SHAFI AHAMED" userId="3c58c60948219e8d" providerId="LiveId" clId="{BAD9803A-7AB1-494D-86EA-DD67E18F2E65}" dt="2026-03-13T07:30:04.640" v="132" actId="26606"/>
          <ac:grpSpMkLst>
            <pc:docMk/>
            <pc:sldMk cId="3684485581" sldId="261"/>
            <ac:grpSpMk id="45" creationId="{09DA5303-A1AF-4830-806C-51FCD96188B7}"/>
          </ac:grpSpMkLst>
        </pc:grpChg>
      </pc:sldChg>
      <pc:sldChg chg="addSp modSp new mod setBg">
        <pc:chgData name="SHAFI AHAMED" userId="3c58c60948219e8d" providerId="LiveId" clId="{BAD9803A-7AB1-494D-86EA-DD67E18F2E65}" dt="2026-03-13T07:39:03.362" v="244" actId="20577"/>
        <pc:sldMkLst>
          <pc:docMk/>
          <pc:sldMk cId="4219955824" sldId="262"/>
        </pc:sldMkLst>
        <pc:spChg chg="mod">
          <ac:chgData name="SHAFI AHAMED" userId="3c58c60948219e8d" providerId="LiveId" clId="{BAD9803A-7AB1-494D-86EA-DD67E18F2E65}" dt="2026-03-13T07:39:03.362" v="244" actId="20577"/>
          <ac:spMkLst>
            <pc:docMk/>
            <pc:sldMk cId="4219955824" sldId="262"/>
            <ac:spMk id="2" creationId="{76E7DC73-1893-A6B8-E98C-9E9EBDABD55C}"/>
          </ac:spMkLst>
        </pc:spChg>
        <pc:spChg chg="mod">
          <ac:chgData name="SHAFI AHAMED" userId="3c58c60948219e8d" providerId="LiveId" clId="{BAD9803A-7AB1-494D-86EA-DD67E18F2E65}" dt="2026-03-13T07:38:57.240" v="234" actId="20577"/>
          <ac:spMkLst>
            <pc:docMk/>
            <pc:sldMk cId="4219955824" sldId="262"/>
            <ac:spMk id="3" creationId="{AFE98B8F-1824-06A6-839A-A1567A3E6C70}"/>
          </ac:spMkLst>
        </pc:spChg>
        <pc:spChg chg="add">
          <ac:chgData name="SHAFI AHAMED" userId="3c58c60948219e8d" providerId="LiveId" clId="{BAD9803A-7AB1-494D-86EA-DD67E18F2E65}" dt="2026-03-13T07:29:40.933" v="125" actId="26606"/>
          <ac:spMkLst>
            <pc:docMk/>
            <pc:sldMk cId="4219955824" sldId="262"/>
            <ac:spMk id="10" creationId="{EDDBB197-D710-4A4F-A9CA-FD2177498BE8}"/>
          </ac:spMkLst>
        </pc:spChg>
        <pc:spChg chg="add">
          <ac:chgData name="SHAFI AHAMED" userId="3c58c60948219e8d" providerId="LiveId" clId="{BAD9803A-7AB1-494D-86EA-DD67E18F2E65}" dt="2026-03-13T07:29:40.933" v="125" actId="26606"/>
          <ac:spMkLst>
            <pc:docMk/>
            <pc:sldMk cId="4219955824" sldId="262"/>
            <ac:spMk id="12" creationId="{975D1CFA-2CDB-4B64-BD9F-85744E8DA12F}"/>
          </ac:spMkLst>
        </pc:spChg>
        <pc:grpChg chg="add">
          <ac:chgData name="SHAFI AHAMED" userId="3c58c60948219e8d" providerId="LiveId" clId="{BAD9803A-7AB1-494D-86EA-DD67E18F2E65}" dt="2026-03-13T07:29:40.933" v="125" actId="26606"/>
          <ac:grpSpMkLst>
            <pc:docMk/>
            <pc:sldMk cId="4219955824" sldId="262"/>
            <ac:grpSpMk id="14" creationId="{25EE5136-01F1-466C-962D-BA9B4C6757AA}"/>
          </ac:grpSpMkLst>
        </pc:grpChg>
        <pc:picChg chg="add">
          <ac:chgData name="SHAFI AHAMED" userId="3c58c60948219e8d" providerId="LiveId" clId="{BAD9803A-7AB1-494D-86EA-DD67E18F2E65}" dt="2026-03-13T07:29:40.933" v="125" actId="26606"/>
          <ac:picMkLst>
            <pc:docMk/>
            <pc:sldMk cId="4219955824" sldId="262"/>
            <ac:picMk id="7" creationId="{8763D8CA-93ED-3F4F-2D1A-9352C823F62A}"/>
          </ac:picMkLst>
        </pc:picChg>
      </pc:sldChg>
      <pc:sldChg chg="addSp delSp modSp new mod setBg">
        <pc:chgData name="SHAFI AHAMED" userId="3c58c60948219e8d" providerId="LiveId" clId="{BAD9803A-7AB1-494D-86EA-DD67E18F2E65}" dt="2026-03-13T07:38:20.099" v="220" actId="14100"/>
        <pc:sldMkLst>
          <pc:docMk/>
          <pc:sldMk cId="758080181" sldId="263"/>
        </pc:sldMkLst>
        <pc:spChg chg="mod ord">
          <ac:chgData name="SHAFI AHAMED" userId="3c58c60948219e8d" providerId="LiveId" clId="{BAD9803A-7AB1-494D-86EA-DD67E18F2E65}" dt="2026-03-13T07:37:51.180" v="212" actId="122"/>
          <ac:spMkLst>
            <pc:docMk/>
            <pc:sldMk cId="758080181" sldId="263"/>
            <ac:spMk id="2" creationId="{CDBEB223-EE62-BB1E-443C-E2CF2AE71D35}"/>
          </ac:spMkLst>
        </pc:spChg>
        <pc:spChg chg="del">
          <ac:chgData name="SHAFI AHAMED" userId="3c58c60948219e8d" providerId="LiveId" clId="{BAD9803A-7AB1-494D-86EA-DD67E18F2E65}" dt="2026-03-13T07:35:26.754" v="151" actId="931"/>
          <ac:spMkLst>
            <pc:docMk/>
            <pc:sldMk cId="758080181" sldId="263"/>
            <ac:spMk id="3" creationId="{EC4653FE-2CD3-4F81-D37B-867F65F57113}"/>
          </ac:spMkLst>
        </pc:spChg>
        <pc:spChg chg="add del">
          <ac:chgData name="SHAFI AHAMED" userId="3c58c60948219e8d" providerId="LiveId" clId="{BAD9803A-7AB1-494D-86EA-DD67E18F2E65}" dt="2026-03-13T07:36:09.236" v="182" actId="26606"/>
          <ac:spMkLst>
            <pc:docMk/>
            <pc:sldMk cId="758080181" sldId="263"/>
            <ac:spMk id="9" creationId="{15D29CCC-A797-D806-9F85-3351ADB5217D}"/>
          </ac:spMkLst>
        </pc:spChg>
        <pc:spChg chg="add del">
          <ac:chgData name="SHAFI AHAMED" userId="3c58c60948219e8d" providerId="LiveId" clId="{BAD9803A-7AB1-494D-86EA-DD67E18F2E65}" dt="2026-03-13T07:36:09.236" v="182" actId="26606"/>
          <ac:spMkLst>
            <pc:docMk/>
            <pc:sldMk cId="758080181" sldId="263"/>
            <ac:spMk id="12" creationId="{1E020063-2385-44AC-BD67-258E1F0B9FCE}"/>
          </ac:spMkLst>
        </pc:spChg>
        <pc:spChg chg="add del">
          <ac:chgData name="SHAFI AHAMED" userId="3c58c60948219e8d" providerId="LiveId" clId="{BAD9803A-7AB1-494D-86EA-DD67E18F2E65}" dt="2026-03-13T07:36:09.236" v="182" actId="26606"/>
          <ac:spMkLst>
            <pc:docMk/>
            <pc:sldMk cId="758080181" sldId="263"/>
            <ac:spMk id="14" creationId="{7E014A0B-5338-4077-AFE9-A90D04D4492B}"/>
          </ac:spMkLst>
        </pc:spChg>
        <pc:spChg chg="add del">
          <ac:chgData name="SHAFI AHAMED" userId="3c58c60948219e8d" providerId="LiveId" clId="{BAD9803A-7AB1-494D-86EA-DD67E18F2E65}" dt="2026-03-13T07:36:10.754" v="184" actId="26606"/>
          <ac:spMkLst>
            <pc:docMk/>
            <pc:sldMk cId="758080181" sldId="263"/>
            <ac:spMk id="28" creationId="{D1942232-83D0-49E2-AF9B-1F97E3C1EF8E}"/>
          </ac:spMkLst>
        </pc:spChg>
        <pc:spChg chg="add del">
          <ac:chgData name="SHAFI AHAMED" userId="3c58c60948219e8d" providerId="LiveId" clId="{BAD9803A-7AB1-494D-86EA-DD67E18F2E65}" dt="2026-03-13T07:36:10.754" v="184" actId="26606"/>
          <ac:spMkLst>
            <pc:docMk/>
            <pc:sldMk cId="758080181" sldId="263"/>
            <ac:spMk id="29" creationId="{E9E70D72-6E23-4015-A4A6-85C120C19167}"/>
          </ac:spMkLst>
        </pc:spChg>
        <pc:spChg chg="add del">
          <ac:chgData name="SHAFI AHAMED" userId="3c58c60948219e8d" providerId="LiveId" clId="{BAD9803A-7AB1-494D-86EA-DD67E18F2E65}" dt="2026-03-13T07:36:10.754" v="184" actId="26606"/>
          <ac:spMkLst>
            <pc:docMk/>
            <pc:sldMk cId="758080181" sldId="263"/>
            <ac:spMk id="35" creationId="{0F37B95A-86EF-511E-C575-9B03EF36D5A9}"/>
          </ac:spMkLst>
        </pc:spChg>
        <pc:spChg chg="add del">
          <ac:chgData name="SHAFI AHAMED" userId="3c58c60948219e8d" providerId="LiveId" clId="{BAD9803A-7AB1-494D-86EA-DD67E18F2E65}" dt="2026-03-13T07:36:11.636" v="186" actId="26606"/>
          <ac:spMkLst>
            <pc:docMk/>
            <pc:sldMk cId="758080181" sldId="263"/>
            <ac:spMk id="42" creationId="{04812C46-200A-4DEB-A05E-3ED6C68C2387}"/>
          </ac:spMkLst>
        </pc:spChg>
        <pc:spChg chg="add del">
          <ac:chgData name="SHAFI AHAMED" userId="3c58c60948219e8d" providerId="LiveId" clId="{BAD9803A-7AB1-494D-86EA-DD67E18F2E65}" dt="2026-03-13T07:36:11.636" v="186" actId="26606"/>
          <ac:spMkLst>
            <pc:docMk/>
            <pc:sldMk cId="758080181" sldId="263"/>
            <ac:spMk id="43" creationId="{D1EA859B-E555-4109-94F3-6700E046E008}"/>
          </ac:spMkLst>
        </pc:spChg>
        <pc:spChg chg="add del">
          <ac:chgData name="SHAFI AHAMED" userId="3c58c60948219e8d" providerId="LiveId" clId="{BAD9803A-7AB1-494D-86EA-DD67E18F2E65}" dt="2026-03-13T07:36:11.636" v="186" actId="26606"/>
          <ac:spMkLst>
            <pc:docMk/>
            <pc:sldMk cId="758080181" sldId="263"/>
            <ac:spMk id="44" creationId="{9B85FAE5-4BC2-FF64-A3C7-4196D62F1A76}"/>
          </ac:spMkLst>
        </pc:spChg>
        <pc:spChg chg="add del">
          <ac:chgData name="SHAFI AHAMED" userId="3c58c60948219e8d" providerId="LiveId" clId="{BAD9803A-7AB1-494D-86EA-DD67E18F2E65}" dt="2026-03-13T07:36:12.561" v="188" actId="26606"/>
          <ac:spMkLst>
            <pc:docMk/>
            <pc:sldMk cId="758080181" sldId="263"/>
            <ac:spMk id="46" creationId="{1E020063-2385-44AC-BD67-258E1F0B9FCE}"/>
          </ac:spMkLst>
        </pc:spChg>
        <pc:spChg chg="add del">
          <ac:chgData name="SHAFI AHAMED" userId="3c58c60948219e8d" providerId="LiveId" clId="{BAD9803A-7AB1-494D-86EA-DD67E18F2E65}" dt="2026-03-13T07:36:12.561" v="188" actId="26606"/>
          <ac:spMkLst>
            <pc:docMk/>
            <pc:sldMk cId="758080181" sldId="263"/>
            <ac:spMk id="47" creationId="{7E014A0B-5338-4077-AFE9-A90D04D4492B}"/>
          </ac:spMkLst>
        </pc:spChg>
        <pc:spChg chg="add del">
          <ac:chgData name="SHAFI AHAMED" userId="3c58c60948219e8d" providerId="LiveId" clId="{BAD9803A-7AB1-494D-86EA-DD67E18F2E65}" dt="2026-03-13T07:36:12.561" v="188" actId="26606"/>
          <ac:spMkLst>
            <pc:docMk/>
            <pc:sldMk cId="758080181" sldId="263"/>
            <ac:spMk id="49" creationId="{15D29CCC-A797-D806-9F85-3351ADB5217D}"/>
          </ac:spMkLst>
        </pc:spChg>
        <pc:spChg chg="add del">
          <ac:chgData name="SHAFI AHAMED" userId="3c58c60948219e8d" providerId="LiveId" clId="{BAD9803A-7AB1-494D-86EA-DD67E18F2E65}" dt="2026-03-13T07:36:14.326" v="190" actId="26606"/>
          <ac:spMkLst>
            <pc:docMk/>
            <pc:sldMk cId="758080181" sldId="263"/>
            <ac:spMk id="52" creationId="{E45CA849-654C-4173-AD99-B3A2528275F5}"/>
          </ac:spMkLst>
        </pc:spChg>
        <pc:spChg chg="add del">
          <ac:chgData name="SHAFI AHAMED" userId="3c58c60948219e8d" providerId="LiveId" clId="{BAD9803A-7AB1-494D-86EA-DD67E18F2E65}" dt="2026-03-13T07:36:14.326" v="190" actId="26606"/>
          <ac:spMkLst>
            <pc:docMk/>
            <pc:sldMk cId="758080181" sldId="263"/>
            <ac:spMk id="53" creationId="{3E23A947-2D45-4208-AE2B-64948C87A3EB}"/>
          </ac:spMkLst>
        </pc:spChg>
        <pc:spChg chg="add del">
          <ac:chgData name="SHAFI AHAMED" userId="3c58c60948219e8d" providerId="LiveId" clId="{BAD9803A-7AB1-494D-86EA-DD67E18F2E65}" dt="2026-03-13T07:36:14.326" v="190" actId="26606"/>
          <ac:spMkLst>
            <pc:docMk/>
            <pc:sldMk cId="758080181" sldId="263"/>
            <ac:spMk id="54" creationId="{E5BBB0F9-6A59-4D02-A9C7-A2D6516684CE}"/>
          </ac:spMkLst>
        </pc:spChg>
        <pc:spChg chg="add del">
          <ac:chgData name="SHAFI AHAMED" userId="3c58c60948219e8d" providerId="LiveId" clId="{BAD9803A-7AB1-494D-86EA-DD67E18F2E65}" dt="2026-03-13T07:36:14.326" v="190" actId="26606"/>
          <ac:spMkLst>
            <pc:docMk/>
            <pc:sldMk cId="758080181" sldId="263"/>
            <ac:spMk id="55" creationId="{492F0083-F712-70ED-8A97-0D5AF3C7CDD9}"/>
          </ac:spMkLst>
        </pc:spChg>
        <pc:grpChg chg="add del">
          <ac:chgData name="SHAFI AHAMED" userId="3c58c60948219e8d" providerId="LiveId" clId="{BAD9803A-7AB1-494D-86EA-DD67E18F2E65}" dt="2026-03-13T07:36:09.236" v="182" actId="26606"/>
          <ac:grpSpMkLst>
            <pc:docMk/>
            <pc:sldMk cId="758080181" sldId="263"/>
            <ac:grpSpMk id="16" creationId="{78127680-150F-4A90-9950-F66392578116}"/>
          </ac:grpSpMkLst>
        </pc:grpChg>
        <pc:grpChg chg="add del">
          <ac:chgData name="SHAFI AHAMED" userId="3c58c60948219e8d" providerId="LiveId" clId="{BAD9803A-7AB1-494D-86EA-DD67E18F2E65}" dt="2026-03-13T07:36:09.236" v="182" actId="26606"/>
          <ac:grpSpMkLst>
            <pc:docMk/>
            <pc:sldMk cId="758080181" sldId="263"/>
            <ac:grpSpMk id="22" creationId="{466920E5-8640-4C24-A775-8647637094A7}"/>
          </ac:grpSpMkLst>
        </pc:grpChg>
        <pc:grpChg chg="add del">
          <ac:chgData name="SHAFI AHAMED" userId="3c58c60948219e8d" providerId="LiveId" clId="{BAD9803A-7AB1-494D-86EA-DD67E18F2E65}" dt="2026-03-13T07:36:10.754" v="184" actId="26606"/>
          <ac:grpSpMkLst>
            <pc:docMk/>
            <pc:sldMk cId="758080181" sldId="263"/>
            <ac:grpSpMk id="30" creationId="{C28A977F-B603-4D81-B0FC-C8DE048A7931}"/>
          </ac:grpSpMkLst>
        </pc:grpChg>
        <pc:grpChg chg="add del">
          <ac:chgData name="SHAFI AHAMED" userId="3c58c60948219e8d" providerId="LiveId" clId="{BAD9803A-7AB1-494D-86EA-DD67E18F2E65}" dt="2026-03-13T07:36:10.754" v="184" actId="26606"/>
          <ac:grpSpMkLst>
            <pc:docMk/>
            <pc:sldMk cId="758080181" sldId="263"/>
            <ac:grpSpMk id="36" creationId="{C78D9229-E61D-4FEE-8321-2F8B64A8CADF}"/>
          </ac:grpSpMkLst>
        </pc:grpChg>
        <pc:grpChg chg="add del">
          <ac:chgData name="SHAFI AHAMED" userId="3c58c60948219e8d" providerId="LiveId" clId="{BAD9803A-7AB1-494D-86EA-DD67E18F2E65}" dt="2026-03-13T07:36:12.561" v="188" actId="26606"/>
          <ac:grpSpMkLst>
            <pc:docMk/>
            <pc:sldMk cId="758080181" sldId="263"/>
            <ac:grpSpMk id="48" creationId="{78127680-150F-4A90-9950-F66392578116}"/>
          </ac:grpSpMkLst>
        </pc:grpChg>
        <pc:grpChg chg="add del">
          <ac:chgData name="SHAFI AHAMED" userId="3c58c60948219e8d" providerId="LiveId" clId="{BAD9803A-7AB1-494D-86EA-DD67E18F2E65}" dt="2026-03-13T07:36:12.561" v="188" actId="26606"/>
          <ac:grpSpMkLst>
            <pc:docMk/>
            <pc:sldMk cId="758080181" sldId="263"/>
            <ac:grpSpMk id="50" creationId="{466920E5-8640-4C24-A775-8647637094A7}"/>
          </ac:grpSpMkLst>
        </pc:grpChg>
        <pc:picChg chg="add mod ord">
          <ac:chgData name="SHAFI AHAMED" userId="3c58c60948219e8d" providerId="LiveId" clId="{BAD9803A-7AB1-494D-86EA-DD67E18F2E65}" dt="2026-03-13T07:38:20.099" v="220" actId="14100"/>
          <ac:picMkLst>
            <pc:docMk/>
            <pc:sldMk cId="758080181" sldId="263"/>
            <ac:picMk id="5" creationId="{4521C2E8-3FB2-1D24-27F6-3B295717A83B}"/>
          </ac:picMkLst>
        </pc:picChg>
      </pc:sldChg>
      <pc:sldChg chg="addSp delSp modSp new mod">
        <pc:chgData name="SHAFI AHAMED" userId="3c58c60948219e8d" providerId="LiveId" clId="{BAD9803A-7AB1-494D-86EA-DD67E18F2E65}" dt="2026-03-13T07:37:32.633" v="206" actId="122"/>
        <pc:sldMkLst>
          <pc:docMk/>
          <pc:sldMk cId="3108234384" sldId="264"/>
        </pc:sldMkLst>
        <pc:spChg chg="mod">
          <ac:chgData name="SHAFI AHAMED" userId="3c58c60948219e8d" providerId="LiveId" clId="{BAD9803A-7AB1-494D-86EA-DD67E18F2E65}" dt="2026-03-13T07:37:32.633" v="206" actId="122"/>
          <ac:spMkLst>
            <pc:docMk/>
            <pc:sldMk cId="3108234384" sldId="264"/>
            <ac:spMk id="2" creationId="{60A4BE9A-7795-F536-5CBD-25A6B573C931}"/>
          </ac:spMkLst>
        </pc:spChg>
        <pc:spChg chg="add del">
          <ac:chgData name="SHAFI AHAMED" userId="3c58c60948219e8d" providerId="LiveId" clId="{BAD9803A-7AB1-494D-86EA-DD67E18F2E65}" dt="2026-03-13T07:36:40.899" v="197" actId="931"/>
          <ac:spMkLst>
            <pc:docMk/>
            <pc:sldMk cId="3108234384" sldId="264"/>
            <ac:spMk id="3" creationId="{966FD1F9-B492-8229-61CD-5416EE155E8D}"/>
          </ac:spMkLst>
        </pc:spChg>
        <pc:picChg chg="add del mod ord">
          <ac:chgData name="SHAFI AHAMED" userId="3c58c60948219e8d" providerId="LiveId" clId="{BAD9803A-7AB1-494D-86EA-DD67E18F2E65}" dt="2026-03-13T07:36:14.672" v="191" actId="931"/>
          <ac:picMkLst>
            <pc:docMk/>
            <pc:sldMk cId="3108234384" sldId="264"/>
            <ac:picMk id="5" creationId="{C95C4B63-971E-E86C-696E-65D8CDD4657E}"/>
          </ac:picMkLst>
        </pc:picChg>
        <pc:picChg chg="add mod ord">
          <ac:chgData name="SHAFI AHAMED" userId="3c58c60948219e8d" providerId="LiveId" clId="{BAD9803A-7AB1-494D-86EA-DD67E18F2E65}" dt="2026-03-13T07:37:17.792" v="201" actId="14100"/>
          <ac:picMkLst>
            <pc:docMk/>
            <pc:sldMk cId="3108234384" sldId="264"/>
            <ac:picMk id="7" creationId="{4F1D14DB-3C92-8554-B60F-8BC0F044405A}"/>
          </ac:picMkLst>
        </pc:picChg>
      </pc:sldChg>
      <pc:sldChg chg="addSp delSp modSp new mod">
        <pc:chgData name="SHAFI AHAMED" userId="3c58c60948219e8d" providerId="LiveId" clId="{BAD9803A-7AB1-494D-86EA-DD67E18F2E65}" dt="2026-03-13T07:38:40.070" v="225" actId="14100"/>
        <pc:sldMkLst>
          <pc:docMk/>
          <pc:sldMk cId="2990018751" sldId="265"/>
        </pc:sldMkLst>
        <pc:spChg chg="mod">
          <ac:chgData name="SHAFI AHAMED" userId="3c58c60948219e8d" providerId="LiveId" clId="{BAD9803A-7AB1-494D-86EA-DD67E18F2E65}" dt="2026-03-13T07:38:03.687" v="216" actId="122"/>
          <ac:spMkLst>
            <pc:docMk/>
            <pc:sldMk cId="2990018751" sldId="265"/>
            <ac:spMk id="2" creationId="{B3FA5278-1EC3-C0AD-35FC-3B4DE64D8C7D}"/>
          </ac:spMkLst>
        </pc:spChg>
        <pc:spChg chg="del">
          <ac:chgData name="SHAFI AHAMED" userId="3c58c60948219e8d" providerId="LiveId" clId="{BAD9803A-7AB1-494D-86EA-DD67E18F2E65}" dt="2026-03-13T07:35:44.212" v="164" actId="931"/>
          <ac:spMkLst>
            <pc:docMk/>
            <pc:sldMk cId="2990018751" sldId="265"/>
            <ac:spMk id="3" creationId="{535CBE19-CAD4-7280-B383-29276C2EDE36}"/>
          </ac:spMkLst>
        </pc:spChg>
        <pc:picChg chg="add mod ord">
          <ac:chgData name="SHAFI AHAMED" userId="3c58c60948219e8d" providerId="LiveId" clId="{BAD9803A-7AB1-494D-86EA-DD67E18F2E65}" dt="2026-03-13T07:38:40.070" v="225" actId="14100"/>
          <ac:picMkLst>
            <pc:docMk/>
            <pc:sldMk cId="2990018751" sldId="265"/>
            <ac:picMk id="5" creationId="{D86AA703-E1A8-149E-BFD5-20BD87DC0E1F}"/>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7AC17F-17EC-F919-5645-B055CC70F38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544A1520-1572-57EA-1C61-C645349AF97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C83CE9C2-CA25-9319-BEE7-2C580DD7EE58}"/>
              </a:ext>
            </a:extLst>
          </p:cNvPr>
          <p:cNvSpPr>
            <a:spLocks noGrp="1"/>
          </p:cNvSpPr>
          <p:nvPr>
            <p:ph type="dt" sz="half" idx="10"/>
          </p:nvPr>
        </p:nvSpPr>
        <p:spPr/>
        <p:txBody>
          <a:bodyPr/>
          <a:lstStyle/>
          <a:p>
            <a:fld id="{75287840-69F3-403D-9311-9A608B88F441}" type="datetimeFigureOut">
              <a:rPr lang="en-IN" smtClean="0"/>
              <a:t>13-03-2026</a:t>
            </a:fld>
            <a:endParaRPr lang="en-IN"/>
          </a:p>
        </p:txBody>
      </p:sp>
      <p:sp>
        <p:nvSpPr>
          <p:cNvPr id="5" name="Footer Placeholder 4">
            <a:extLst>
              <a:ext uri="{FF2B5EF4-FFF2-40B4-BE49-F238E27FC236}">
                <a16:creationId xmlns:a16="http://schemas.microsoft.com/office/drawing/2014/main" id="{3C6FB968-7E8D-5DC1-730C-53CC6EDBB15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55CE234-AA7B-AC55-4B7C-CC29316521B3}"/>
              </a:ext>
            </a:extLst>
          </p:cNvPr>
          <p:cNvSpPr>
            <a:spLocks noGrp="1"/>
          </p:cNvSpPr>
          <p:nvPr>
            <p:ph type="sldNum" sz="quarter" idx="12"/>
          </p:nvPr>
        </p:nvSpPr>
        <p:spPr/>
        <p:txBody>
          <a:bodyPr/>
          <a:lstStyle/>
          <a:p>
            <a:fld id="{2D46AA55-EF48-42CC-B80D-10FFB6B67D1C}" type="slidenum">
              <a:rPr lang="en-IN" smtClean="0"/>
              <a:t>‹#›</a:t>
            </a:fld>
            <a:endParaRPr lang="en-IN"/>
          </a:p>
        </p:txBody>
      </p:sp>
    </p:spTree>
    <p:extLst>
      <p:ext uri="{BB962C8B-B14F-4D97-AF65-F5344CB8AC3E}">
        <p14:creationId xmlns:p14="http://schemas.microsoft.com/office/powerpoint/2010/main" val="29511521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344AE5-E8D7-C1B5-9AC8-A8FE5149938F}"/>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C3296D94-63DC-A873-FF35-F5F6EF1F226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B9BAF024-BC46-1404-D504-D1828632AB0C}"/>
              </a:ext>
            </a:extLst>
          </p:cNvPr>
          <p:cNvSpPr>
            <a:spLocks noGrp="1"/>
          </p:cNvSpPr>
          <p:nvPr>
            <p:ph type="dt" sz="half" idx="10"/>
          </p:nvPr>
        </p:nvSpPr>
        <p:spPr/>
        <p:txBody>
          <a:bodyPr/>
          <a:lstStyle/>
          <a:p>
            <a:fld id="{75287840-69F3-403D-9311-9A608B88F441}" type="datetimeFigureOut">
              <a:rPr lang="en-IN" smtClean="0"/>
              <a:t>13-03-2026</a:t>
            </a:fld>
            <a:endParaRPr lang="en-IN"/>
          </a:p>
        </p:txBody>
      </p:sp>
      <p:sp>
        <p:nvSpPr>
          <p:cNvPr id="5" name="Footer Placeholder 4">
            <a:extLst>
              <a:ext uri="{FF2B5EF4-FFF2-40B4-BE49-F238E27FC236}">
                <a16:creationId xmlns:a16="http://schemas.microsoft.com/office/drawing/2014/main" id="{A7B39412-DB98-EAA4-D8A0-18BB66FD22D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C7559FB-6A5B-A262-0BD2-C56CA405A889}"/>
              </a:ext>
            </a:extLst>
          </p:cNvPr>
          <p:cNvSpPr>
            <a:spLocks noGrp="1"/>
          </p:cNvSpPr>
          <p:nvPr>
            <p:ph type="sldNum" sz="quarter" idx="12"/>
          </p:nvPr>
        </p:nvSpPr>
        <p:spPr/>
        <p:txBody>
          <a:bodyPr/>
          <a:lstStyle/>
          <a:p>
            <a:fld id="{2D46AA55-EF48-42CC-B80D-10FFB6B67D1C}" type="slidenum">
              <a:rPr lang="en-IN" smtClean="0"/>
              <a:t>‹#›</a:t>
            </a:fld>
            <a:endParaRPr lang="en-IN"/>
          </a:p>
        </p:txBody>
      </p:sp>
    </p:spTree>
    <p:extLst>
      <p:ext uri="{BB962C8B-B14F-4D97-AF65-F5344CB8AC3E}">
        <p14:creationId xmlns:p14="http://schemas.microsoft.com/office/powerpoint/2010/main" val="8033950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2888B9-4BE5-BF79-3999-5303B94261E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8DCE6120-00C1-2326-4833-B287160E092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574C4FB-0087-CE7C-D11E-C821A6065827}"/>
              </a:ext>
            </a:extLst>
          </p:cNvPr>
          <p:cNvSpPr>
            <a:spLocks noGrp="1"/>
          </p:cNvSpPr>
          <p:nvPr>
            <p:ph type="dt" sz="half" idx="10"/>
          </p:nvPr>
        </p:nvSpPr>
        <p:spPr/>
        <p:txBody>
          <a:bodyPr/>
          <a:lstStyle/>
          <a:p>
            <a:fld id="{75287840-69F3-403D-9311-9A608B88F441}" type="datetimeFigureOut">
              <a:rPr lang="en-IN" smtClean="0"/>
              <a:t>13-03-2026</a:t>
            </a:fld>
            <a:endParaRPr lang="en-IN"/>
          </a:p>
        </p:txBody>
      </p:sp>
      <p:sp>
        <p:nvSpPr>
          <p:cNvPr id="5" name="Footer Placeholder 4">
            <a:extLst>
              <a:ext uri="{FF2B5EF4-FFF2-40B4-BE49-F238E27FC236}">
                <a16:creationId xmlns:a16="http://schemas.microsoft.com/office/drawing/2014/main" id="{D6933E7C-94A0-1AF7-83AC-57924C89C5D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7574C12-DE7E-01B3-0F96-3B52E24BEF99}"/>
              </a:ext>
            </a:extLst>
          </p:cNvPr>
          <p:cNvSpPr>
            <a:spLocks noGrp="1"/>
          </p:cNvSpPr>
          <p:nvPr>
            <p:ph type="sldNum" sz="quarter" idx="12"/>
          </p:nvPr>
        </p:nvSpPr>
        <p:spPr/>
        <p:txBody>
          <a:bodyPr/>
          <a:lstStyle/>
          <a:p>
            <a:fld id="{2D46AA55-EF48-42CC-B80D-10FFB6B67D1C}" type="slidenum">
              <a:rPr lang="en-IN" smtClean="0"/>
              <a:t>‹#›</a:t>
            </a:fld>
            <a:endParaRPr lang="en-IN"/>
          </a:p>
        </p:txBody>
      </p:sp>
    </p:spTree>
    <p:extLst>
      <p:ext uri="{BB962C8B-B14F-4D97-AF65-F5344CB8AC3E}">
        <p14:creationId xmlns:p14="http://schemas.microsoft.com/office/powerpoint/2010/main" val="16011916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FBCD42-D8D7-59E1-040D-8CB24E24E30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0472F794-FCB1-90A0-5AD5-F200B9A2E2A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A4EBA6B0-B930-AC73-2839-241849A5044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84DF644B-135C-33CA-71B0-0A5BF6EA31FC}"/>
              </a:ext>
            </a:extLst>
          </p:cNvPr>
          <p:cNvSpPr>
            <a:spLocks noGrp="1"/>
          </p:cNvSpPr>
          <p:nvPr>
            <p:ph type="dt" sz="half" idx="10"/>
          </p:nvPr>
        </p:nvSpPr>
        <p:spPr/>
        <p:txBody>
          <a:bodyPr/>
          <a:lstStyle/>
          <a:p>
            <a:fld id="{75287840-69F3-403D-9311-9A608B88F441}" type="datetimeFigureOut">
              <a:rPr lang="en-IN" smtClean="0"/>
              <a:t>13-03-2026</a:t>
            </a:fld>
            <a:endParaRPr lang="en-IN"/>
          </a:p>
        </p:txBody>
      </p:sp>
      <p:sp>
        <p:nvSpPr>
          <p:cNvPr id="6" name="Footer Placeholder 5">
            <a:extLst>
              <a:ext uri="{FF2B5EF4-FFF2-40B4-BE49-F238E27FC236}">
                <a16:creationId xmlns:a16="http://schemas.microsoft.com/office/drawing/2014/main" id="{85574604-25D5-40EF-2875-062B63A75F2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FBE2AD34-3262-19EB-0D53-FF097CE14789}"/>
              </a:ext>
            </a:extLst>
          </p:cNvPr>
          <p:cNvSpPr>
            <a:spLocks noGrp="1"/>
          </p:cNvSpPr>
          <p:nvPr>
            <p:ph type="sldNum" sz="quarter" idx="12"/>
          </p:nvPr>
        </p:nvSpPr>
        <p:spPr/>
        <p:txBody>
          <a:bodyPr/>
          <a:lstStyle/>
          <a:p>
            <a:fld id="{2D46AA55-EF48-42CC-B80D-10FFB6B67D1C}" type="slidenum">
              <a:rPr lang="en-IN" smtClean="0"/>
              <a:t>‹#›</a:t>
            </a:fld>
            <a:endParaRPr lang="en-IN"/>
          </a:p>
        </p:txBody>
      </p:sp>
    </p:spTree>
    <p:extLst>
      <p:ext uri="{BB962C8B-B14F-4D97-AF65-F5344CB8AC3E}">
        <p14:creationId xmlns:p14="http://schemas.microsoft.com/office/powerpoint/2010/main" val="38653328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5DCED0-7C56-8C75-A5CB-6C8E7DD1B699}"/>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C1AFB739-D8AF-30C4-3CDF-1CC53F1CB96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B22FD1-A571-05D5-454F-3C811A62D90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9BC78CA-A47B-E710-2FC9-1A0BF9EC450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C1F895A-8150-4356-E7B5-99BE045BD54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5D36A5E4-2455-359D-6955-C946C439234A}"/>
              </a:ext>
            </a:extLst>
          </p:cNvPr>
          <p:cNvSpPr>
            <a:spLocks noGrp="1"/>
          </p:cNvSpPr>
          <p:nvPr>
            <p:ph type="dt" sz="half" idx="10"/>
          </p:nvPr>
        </p:nvSpPr>
        <p:spPr/>
        <p:txBody>
          <a:bodyPr/>
          <a:lstStyle/>
          <a:p>
            <a:fld id="{75287840-69F3-403D-9311-9A608B88F441}" type="datetimeFigureOut">
              <a:rPr lang="en-IN" smtClean="0"/>
              <a:t>13-03-2026</a:t>
            </a:fld>
            <a:endParaRPr lang="en-IN"/>
          </a:p>
        </p:txBody>
      </p:sp>
      <p:sp>
        <p:nvSpPr>
          <p:cNvPr id="8" name="Footer Placeholder 7">
            <a:extLst>
              <a:ext uri="{FF2B5EF4-FFF2-40B4-BE49-F238E27FC236}">
                <a16:creationId xmlns:a16="http://schemas.microsoft.com/office/drawing/2014/main" id="{E8F08B34-5B03-BD91-3430-A247D5542FB8}"/>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4D91DE31-7AB8-6A3A-BD40-169CBE0521FE}"/>
              </a:ext>
            </a:extLst>
          </p:cNvPr>
          <p:cNvSpPr>
            <a:spLocks noGrp="1"/>
          </p:cNvSpPr>
          <p:nvPr>
            <p:ph type="sldNum" sz="quarter" idx="12"/>
          </p:nvPr>
        </p:nvSpPr>
        <p:spPr/>
        <p:txBody>
          <a:bodyPr/>
          <a:lstStyle/>
          <a:p>
            <a:fld id="{2D46AA55-EF48-42CC-B80D-10FFB6B67D1C}" type="slidenum">
              <a:rPr lang="en-IN" smtClean="0"/>
              <a:t>‹#›</a:t>
            </a:fld>
            <a:endParaRPr lang="en-IN"/>
          </a:p>
        </p:txBody>
      </p:sp>
    </p:spTree>
    <p:extLst>
      <p:ext uri="{BB962C8B-B14F-4D97-AF65-F5344CB8AC3E}">
        <p14:creationId xmlns:p14="http://schemas.microsoft.com/office/powerpoint/2010/main" val="7839321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1CA22-890C-73E3-C586-3FF4ACE4B1C9}"/>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B855C0BA-E6D5-D8F4-0063-F3A5AA4BD676}"/>
              </a:ext>
            </a:extLst>
          </p:cNvPr>
          <p:cNvSpPr>
            <a:spLocks noGrp="1"/>
          </p:cNvSpPr>
          <p:nvPr>
            <p:ph type="dt" sz="half" idx="10"/>
          </p:nvPr>
        </p:nvSpPr>
        <p:spPr/>
        <p:txBody>
          <a:bodyPr/>
          <a:lstStyle/>
          <a:p>
            <a:fld id="{75287840-69F3-403D-9311-9A608B88F441}" type="datetimeFigureOut">
              <a:rPr lang="en-IN" smtClean="0"/>
              <a:t>13-03-2026</a:t>
            </a:fld>
            <a:endParaRPr lang="en-IN"/>
          </a:p>
        </p:txBody>
      </p:sp>
      <p:sp>
        <p:nvSpPr>
          <p:cNvPr id="4" name="Footer Placeholder 3">
            <a:extLst>
              <a:ext uri="{FF2B5EF4-FFF2-40B4-BE49-F238E27FC236}">
                <a16:creationId xmlns:a16="http://schemas.microsoft.com/office/drawing/2014/main" id="{8370432A-AC84-C902-D069-7C326E333F13}"/>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E92EFDBD-81AF-7E7D-FB8C-9A9AC45D7382}"/>
              </a:ext>
            </a:extLst>
          </p:cNvPr>
          <p:cNvSpPr>
            <a:spLocks noGrp="1"/>
          </p:cNvSpPr>
          <p:nvPr>
            <p:ph type="sldNum" sz="quarter" idx="12"/>
          </p:nvPr>
        </p:nvSpPr>
        <p:spPr/>
        <p:txBody>
          <a:bodyPr/>
          <a:lstStyle/>
          <a:p>
            <a:fld id="{2D46AA55-EF48-42CC-B80D-10FFB6B67D1C}" type="slidenum">
              <a:rPr lang="en-IN" smtClean="0"/>
              <a:t>‹#›</a:t>
            </a:fld>
            <a:endParaRPr lang="en-IN"/>
          </a:p>
        </p:txBody>
      </p:sp>
    </p:spTree>
    <p:extLst>
      <p:ext uri="{BB962C8B-B14F-4D97-AF65-F5344CB8AC3E}">
        <p14:creationId xmlns:p14="http://schemas.microsoft.com/office/powerpoint/2010/main" val="23489666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3CEEA8A-89DC-FD98-1328-1F0BA395B6F8}"/>
              </a:ext>
            </a:extLst>
          </p:cNvPr>
          <p:cNvSpPr>
            <a:spLocks noGrp="1"/>
          </p:cNvSpPr>
          <p:nvPr>
            <p:ph type="dt" sz="half" idx="10"/>
          </p:nvPr>
        </p:nvSpPr>
        <p:spPr/>
        <p:txBody>
          <a:bodyPr/>
          <a:lstStyle/>
          <a:p>
            <a:fld id="{75287840-69F3-403D-9311-9A608B88F441}" type="datetimeFigureOut">
              <a:rPr lang="en-IN" smtClean="0"/>
              <a:t>13-03-2026</a:t>
            </a:fld>
            <a:endParaRPr lang="en-IN"/>
          </a:p>
        </p:txBody>
      </p:sp>
      <p:sp>
        <p:nvSpPr>
          <p:cNvPr id="3" name="Footer Placeholder 2">
            <a:extLst>
              <a:ext uri="{FF2B5EF4-FFF2-40B4-BE49-F238E27FC236}">
                <a16:creationId xmlns:a16="http://schemas.microsoft.com/office/drawing/2014/main" id="{B78E0729-392E-87B8-AEE2-7C4C3C4DE5FB}"/>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3C380568-E887-AE8B-C244-426A095958E8}"/>
              </a:ext>
            </a:extLst>
          </p:cNvPr>
          <p:cNvSpPr>
            <a:spLocks noGrp="1"/>
          </p:cNvSpPr>
          <p:nvPr>
            <p:ph type="sldNum" sz="quarter" idx="12"/>
          </p:nvPr>
        </p:nvSpPr>
        <p:spPr/>
        <p:txBody>
          <a:bodyPr/>
          <a:lstStyle/>
          <a:p>
            <a:fld id="{2D46AA55-EF48-42CC-B80D-10FFB6B67D1C}" type="slidenum">
              <a:rPr lang="en-IN" smtClean="0"/>
              <a:t>‹#›</a:t>
            </a:fld>
            <a:endParaRPr lang="en-IN"/>
          </a:p>
        </p:txBody>
      </p:sp>
    </p:spTree>
    <p:extLst>
      <p:ext uri="{BB962C8B-B14F-4D97-AF65-F5344CB8AC3E}">
        <p14:creationId xmlns:p14="http://schemas.microsoft.com/office/powerpoint/2010/main" val="30140125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662DB4-06EC-962B-0F26-D0FA07C5852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69D6C7CB-3462-1603-0BD8-71E52C4C478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29AA162F-4F86-B0E8-2014-B279BFE142C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9345413-C954-2776-8649-2C44676F92E7}"/>
              </a:ext>
            </a:extLst>
          </p:cNvPr>
          <p:cNvSpPr>
            <a:spLocks noGrp="1"/>
          </p:cNvSpPr>
          <p:nvPr>
            <p:ph type="dt" sz="half" idx="10"/>
          </p:nvPr>
        </p:nvSpPr>
        <p:spPr/>
        <p:txBody>
          <a:bodyPr/>
          <a:lstStyle/>
          <a:p>
            <a:fld id="{75287840-69F3-403D-9311-9A608B88F441}" type="datetimeFigureOut">
              <a:rPr lang="en-IN" smtClean="0"/>
              <a:t>13-03-2026</a:t>
            </a:fld>
            <a:endParaRPr lang="en-IN"/>
          </a:p>
        </p:txBody>
      </p:sp>
      <p:sp>
        <p:nvSpPr>
          <p:cNvPr id="6" name="Footer Placeholder 5">
            <a:extLst>
              <a:ext uri="{FF2B5EF4-FFF2-40B4-BE49-F238E27FC236}">
                <a16:creationId xmlns:a16="http://schemas.microsoft.com/office/drawing/2014/main" id="{E6F708E2-A638-F77C-7AF8-B6294403F52D}"/>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A67A4C82-168B-2D86-414C-50B4D95AF397}"/>
              </a:ext>
            </a:extLst>
          </p:cNvPr>
          <p:cNvSpPr>
            <a:spLocks noGrp="1"/>
          </p:cNvSpPr>
          <p:nvPr>
            <p:ph type="sldNum" sz="quarter" idx="12"/>
          </p:nvPr>
        </p:nvSpPr>
        <p:spPr/>
        <p:txBody>
          <a:bodyPr/>
          <a:lstStyle/>
          <a:p>
            <a:fld id="{2D46AA55-EF48-42CC-B80D-10FFB6B67D1C}" type="slidenum">
              <a:rPr lang="en-IN" smtClean="0"/>
              <a:t>‹#›</a:t>
            </a:fld>
            <a:endParaRPr lang="en-IN"/>
          </a:p>
        </p:txBody>
      </p:sp>
    </p:spTree>
    <p:extLst>
      <p:ext uri="{BB962C8B-B14F-4D97-AF65-F5344CB8AC3E}">
        <p14:creationId xmlns:p14="http://schemas.microsoft.com/office/powerpoint/2010/main" val="41002840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B59770-82BD-0EB1-84A5-AA899E90FA0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D533F809-5D31-6EF1-F658-CF714FD97A0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3D450591-8AB3-653E-9244-E28338552A0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F38782-0C1D-1965-BC52-369AA24BFCA4}"/>
              </a:ext>
            </a:extLst>
          </p:cNvPr>
          <p:cNvSpPr>
            <a:spLocks noGrp="1"/>
          </p:cNvSpPr>
          <p:nvPr>
            <p:ph type="dt" sz="half" idx="10"/>
          </p:nvPr>
        </p:nvSpPr>
        <p:spPr/>
        <p:txBody>
          <a:bodyPr/>
          <a:lstStyle/>
          <a:p>
            <a:fld id="{75287840-69F3-403D-9311-9A608B88F441}" type="datetimeFigureOut">
              <a:rPr lang="en-IN" smtClean="0"/>
              <a:t>13-03-2026</a:t>
            </a:fld>
            <a:endParaRPr lang="en-IN"/>
          </a:p>
        </p:txBody>
      </p:sp>
      <p:sp>
        <p:nvSpPr>
          <p:cNvPr id="6" name="Footer Placeholder 5">
            <a:extLst>
              <a:ext uri="{FF2B5EF4-FFF2-40B4-BE49-F238E27FC236}">
                <a16:creationId xmlns:a16="http://schemas.microsoft.com/office/drawing/2014/main" id="{A930E63D-3681-D06A-55CB-C1A46419DCDF}"/>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A942276A-50A3-05BB-7387-6C33466ADA12}"/>
              </a:ext>
            </a:extLst>
          </p:cNvPr>
          <p:cNvSpPr>
            <a:spLocks noGrp="1"/>
          </p:cNvSpPr>
          <p:nvPr>
            <p:ph type="sldNum" sz="quarter" idx="12"/>
          </p:nvPr>
        </p:nvSpPr>
        <p:spPr/>
        <p:txBody>
          <a:bodyPr/>
          <a:lstStyle/>
          <a:p>
            <a:fld id="{2D46AA55-EF48-42CC-B80D-10FFB6B67D1C}" type="slidenum">
              <a:rPr lang="en-IN" smtClean="0"/>
              <a:t>‹#›</a:t>
            </a:fld>
            <a:endParaRPr lang="en-IN"/>
          </a:p>
        </p:txBody>
      </p:sp>
    </p:spTree>
    <p:extLst>
      <p:ext uri="{BB962C8B-B14F-4D97-AF65-F5344CB8AC3E}">
        <p14:creationId xmlns:p14="http://schemas.microsoft.com/office/powerpoint/2010/main" val="34481250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00CE92-BB3F-FAC8-4849-F0747AEA23B5}"/>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6D451A5B-9C60-A6AC-9E9D-9D254251AA8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6E15BAD3-F8E9-91E8-2CB5-7CD5F9D42CAA}"/>
              </a:ext>
            </a:extLst>
          </p:cNvPr>
          <p:cNvSpPr>
            <a:spLocks noGrp="1"/>
          </p:cNvSpPr>
          <p:nvPr>
            <p:ph type="dt" sz="half" idx="10"/>
          </p:nvPr>
        </p:nvSpPr>
        <p:spPr/>
        <p:txBody>
          <a:bodyPr/>
          <a:lstStyle/>
          <a:p>
            <a:fld id="{75287840-69F3-403D-9311-9A608B88F441}" type="datetimeFigureOut">
              <a:rPr lang="en-IN" smtClean="0"/>
              <a:t>13-03-2026</a:t>
            </a:fld>
            <a:endParaRPr lang="en-IN"/>
          </a:p>
        </p:txBody>
      </p:sp>
      <p:sp>
        <p:nvSpPr>
          <p:cNvPr id="5" name="Footer Placeholder 4">
            <a:extLst>
              <a:ext uri="{FF2B5EF4-FFF2-40B4-BE49-F238E27FC236}">
                <a16:creationId xmlns:a16="http://schemas.microsoft.com/office/drawing/2014/main" id="{68A4846F-01F9-57AA-DCF8-C3A41880B9F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1B8536E-F54A-E457-19FC-5CEC23FBAF44}"/>
              </a:ext>
            </a:extLst>
          </p:cNvPr>
          <p:cNvSpPr>
            <a:spLocks noGrp="1"/>
          </p:cNvSpPr>
          <p:nvPr>
            <p:ph type="sldNum" sz="quarter" idx="12"/>
          </p:nvPr>
        </p:nvSpPr>
        <p:spPr/>
        <p:txBody>
          <a:bodyPr/>
          <a:lstStyle/>
          <a:p>
            <a:fld id="{2D46AA55-EF48-42CC-B80D-10FFB6B67D1C}" type="slidenum">
              <a:rPr lang="en-IN" smtClean="0"/>
              <a:t>‹#›</a:t>
            </a:fld>
            <a:endParaRPr lang="en-IN"/>
          </a:p>
        </p:txBody>
      </p:sp>
    </p:spTree>
    <p:extLst>
      <p:ext uri="{BB962C8B-B14F-4D97-AF65-F5344CB8AC3E}">
        <p14:creationId xmlns:p14="http://schemas.microsoft.com/office/powerpoint/2010/main" val="14365192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4D94719-6F99-5A27-5A22-D17AE49DCD18}"/>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73C11DC6-2BE3-0F42-F888-7CF7E7616BA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E143AE2-AA1F-9063-C675-7146BFDE2F1F}"/>
              </a:ext>
            </a:extLst>
          </p:cNvPr>
          <p:cNvSpPr>
            <a:spLocks noGrp="1"/>
          </p:cNvSpPr>
          <p:nvPr>
            <p:ph type="dt" sz="half" idx="10"/>
          </p:nvPr>
        </p:nvSpPr>
        <p:spPr/>
        <p:txBody>
          <a:bodyPr/>
          <a:lstStyle/>
          <a:p>
            <a:fld id="{75287840-69F3-403D-9311-9A608B88F441}" type="datetimeFigureOut">
              <a:rPr lang="en-IN" smtClean="0"/>
              <a:t>13-03-2026</a:t>
            </a:fld>
            <a:endParaRPr lang="en-IN"/>
          </a:p>
        </p:txBody>
      </p:sp>
      <p:sp>
        <p:nvSpPr>
          <p:cNvPr id="5" name="Footer Placeholder 4">
            <a:extLst>
              <a:ext uri="{FF2B5EF4-FFF2-40B4-BE49-F238E27FC236}">
                <a16:creationId xmlns:a16="http://schemas.microsoft.com/office/drawing/2014/main" id="{56E85ED1-2277-2A73-010F-EA3D6879A86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1D886AC-8D47-2490-B5A0-F80651114897}"/>
              </a:ext>
            </a:extLst>
          </p:cNvPr>
          <p:cNvSpPr>
            <a:spLocks noGrp="1"/>
          </p:cNvSpPr>
          <p:nvPr>
            <p:ph type="sldNum" sz="quarter" idx="12"/>
          </p:nvPr>
        </p:nvSpPr>
        <p:spPr/>
        <p:txBody>
          <a:bodyPr/>
          <a:lstStyle/>
          <a:p>
            <a:fld id="{2D46AA55-EF48-42CC-B80D-10FFB6B67D1C}" type="slidenum">
              <a:rPr lang="en-IN" smtClean="0"/>
              <a:t>‹#›</a:t>
            </a:fld>
            <a:endParaRPr lang="en-IN"/>
          </a:p>
        </p:txBody>
      </p:sp>
    </p:spTree>
    <p:extLst>
      <p:ext uri="{BB962C8B-B14F-4D97-AF65-F5344CB8AC3E}">
        <p14:creationId xmlns:p14="http://schemas.microsoft.com/office/powerpoint/2010/main" val="7608321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2F4C9FE-478A-71BA-92A3-DFB0F4D93D3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BE498464-F17D-274C-AE77-F4D61F2B3D6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720C0B1-3C09-CFA0-C73D-8B498DFE520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5287840-69F3-403D-9311-9A608B88F441}" type="datetimeFigureOut">
              <a:rPr lang="en-IN" smtClean="0"/>
              <a:t>13-03-2026</a:t>
            </a:fld>
            <a:endParaRPr lang="en-IN"/>
          </a:p>
        </p:txBody>
      </p:sp>
      <p:sp>
        <p:nvSpPr>
          <p:cNvPr id="5" name="Footer Placeholder 4">
            <a:extLst>
              <a:ext uri="{FF2B5EF4-FFF2-40B4-BE49-F238E27FC236}">
                <a16:creationId xmlns:a16="http://schemas.microsoft.com/office/drawing/2014/main" id="{874A1EE7-207F-F9B5-82A4-625BCBBE2B7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2E350825-F46F-86C6-A9C7-85A8CD17D65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D46AA55-EF48-42CC-B80D-10FFB6B67D1C}" type="slidenum">
              <a:rPr lang="en-IN" smtClean="0"/>
              <a:t>‹#›</a:t>
            </a:fld>
            <a:endParaRPr lang="en-IN"/>
          </a:p>
        </p:txBody>
      </p:sp>
    </p:spTree>
    <p:extLst>
      <p:ext uri="{BB962C8B-B14F-4D97-AF65-F5344CB8AC3E}">
        <p14:creationId xmlns:p14="http://schemas.microsoft.com/office/powerpoint/2010/main" val="21761095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3" name="Rectangle 52">
            <a:extLst>
              <a:ext uri="{FF2B5EF4-FFF2-40B4-BE49-F238E27FC236}">
                <a16:creationId xmlns:a16="http://schemas.microsoft.com/office/drawing/2014/main" id="{D1942232-83D0-49E2-AF9B-1F97E3C1EF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E9E70D72-6E23-4015-A4A6-85C120C191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7B23E75-E5B0-0487-505A-411B01287FAC}"/>
              </a:ext>
            </a:extLst>
          </p:cNvPr>
          <p:cNvSpPr>
            <a:spLocks noGrp="1"/>
          </p:cNvSpPr>
          <p:nvPr>
            <p:ph type="ctrTitle"/>
          </p:nvPr>
        </p:nvSpPr>
        <p:spPr>
          <a:xfrm>
            <a:off x="1179576" y="1163848"/>
            <a:ext cx="9829800" cy="1325880"/>
          </a:xfrm>
        </p:spPr>
        <p:txBody>
          <a:bodyPr vert="horz" lIns="91440" tIns="45720" rIns="91440" bIns="45720" rtlCol="0" anchor="b">
            <a:normAutofit/>
          </a:bodyPr>
          <a:lstStyle/>
          <a:p>
            <a:r>
              <a:rPr lang="en-US" sz="3600" kern="1200">
                <a:solidFill>
                  <a:schemeClr val="tx2"/>
                </a:solidFill>
                <a:latin typeface="+mj-lt"/>
                <a:ea typeface="+mj-ea"/>
                <a:cs typeface="+mj-cs"/>
              </a:rPr>
              <a:t>AI TOOL USAGE AMONG INDIAN COLLEGE STUDENTS</a:t>
            </a:r>
          </a:p>
        </p:txBody>
      </p:sp>
      <p:grpSp>
        <p:nvGrpSpPr>
          <p:cNvPr id="57" name="Group 56">
            <a:extLst>
              <a:ext uri="{FF2B5EF4-FFF2-40B4-BE49-F238E27FC236}">
                <a16:creationId xmlns:a16="http://schemas.microsoft.com/office/drawing/2014/main" id="{C28A977F-B603-4D81-B0FC-C8DE048A7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05" y="-1"/>
            <a:ext cx="3362070" cy="2522848"/>
            <a:chOff x="-305" y="-1"/>
            <a:chExt cx="3832880" cy="2876136"/>
          </a:xfrm>
        </p:grpSpPr>
        <p:sp>
          <p:nvSpPr>
            <p:cNvPr id="58" name="Freeform: Shape 57">
              <a:extLst>
                <a:ext uri="{FF2B5EF4-FFF2-40B4-BE49-F238E27FC236}">
                  <a16:creationId xmlns:a16="http://schemas.microsoft.com/office/drawing/2014/main" id="{0183CE8C-E039-4B2F-A36E-5FD5CD5DE1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Freeform: Shape 58">
              <a:extLst>
                <a:ext uri="{FF2B5EF4-FFF2-40B4-BE49-F238E27FC236}">
                  <a16:creationId xmlns:a16="http://schemas.microsoft.com/office/drawing/2014/main" id="{3EB77281-FAB4-40D0-B3F3-264EC4AB20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0" name="Freeform: Shape 59">
              <a:extLst>
                <a:ext uri="{FF2B5EF4-FFF2-40B4-BE49-F238E27FC236}">
                  <a16:creationId xmlns:a16="http://schemas.microsoft.com/office/drawing/2014/main" id="{815E59F3-75FC-494F-8737-5F00A4964F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1" name="Freeform: Shape 60">
              <a:extLst>
                <a:ext uri="{FF2B5EF4-FFF2-40B4-BE49-F238E27FC236}">
                  <a16:creationId xmlns:a16="http://schemas.microsoft.com/office/drawing/2014/main" id="{43ADDCFA-B066-4D79-AB71-062E66E58F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47" name="Graphic 46" descr="Head with Gears">
            <a:extLst>
              <a:ext uri="{FF2B5EF4-FFF2-40B4-BE49-F238E27FC236}">
                <a16:creationId xmlns:a16="http://schemas.microsoft.com/office/drawing/2014/main" id="{2B263321-3F7F-426B-532B-D02A45CC9CF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673351" y="2837712"/>
            <a:ext cx="3217333" cy="3217333"/>
          </a:xfrm>
          <a:prstGeom prst="rect">
            <a:avLst/>
          </a:prstGeom>
        </p:spPr>
      </p:pic>
      <p:sp>
        <p:nvSpPr>
          <p:cNvPr id="3" name="Subtitle 2">
            <a:extLst>
              <a:ext uri="{FF2B5EF4-FFF2-40B4-BE49-F238E27FC236}">
                <a16:creationId xmlns:a16="http://schemas.microsoft.com/office/drawing/2014/main" id="{B49318FA-7CFD-08C3-4A3B-D21EDD53499A}"/>
              </a:ext>
            </a:extLst>
          </p:cNvPr>
          <p:cNvSpPr>
            <a:spLocks noGrp="1"/>
          </p:cNvSpPr>
          <p:nvPr>
            <p:ph type="subTitle" idx="1"/>
          </p:nvPr>
        </p:nvSpPr>
        <p:spPr>
          <a:xfrm>
            <a:off x="6354871" y="2827419"/>
            <a:ext cx="5029200" cy="3227626"/>
          </a:xfrm>
        </p:spPr>
        <p:txBody>
          <a:bodyPr vert="horz" lIns="91440" tIns="45720" rIns="91440" bIns="45720" rtlCol="0" anchor="ctr">
            <a:normAutofit/>
          </a:bodyPr>
          <a:lstStyle/>
          <a:p>
            <a:pPr algn="l"/>
            <a:r>
              <a:rPr lang="en-US" sz="1800" dirty="0">
                <a:solidFill>
                  <a:schemeClr val="tx2"/>
                </a:solidFill>
              </a:rPr>
              <a:t>S .Angeline </a:t>
            </a:r>
            <a:r>
              <a:rPr lang="en-US" sz="1800" dirty="0" err="1">
                <a:solidFill>
                  <a:schemeClr val="tx2"/>
                </a:solidFill>
              </a:rPr>
              <a:t>Praisy</a:t>
            </a:r>
            <a:endParaRPr lang="en-US" sz="1800" dirty="0">
              <a:solidFill>
                <a:schemeClr val="tx2"/>
              </a:solidFill>
            </a:endParaRPr>
          </a:p>
          <a:p>
            <a:pPr algn="l"/>
            <a:r>
              <a:rPr lang="en-US" sz="1800" dirty="0">
                <a:solidFill>
                  <a:schemeClr val="tx2"/>
                </a:solidFill>
              </a:rPr>
              <a:t>AF05105575</a:t>
            </a:r>
          </a:p>
          <a:p>
            <a:pPr algn="l"/>
            <a:r>
              <a:rPr lang="en-US" sz="1800" dirty="0">
                <a:solidFill>
                  <a:schemeClr val="tx2"/>
                </a:solidFill>
              </a:rPr>
              <a:t>ANP-D4856</a:t>
            </a:r>
          </a:p>
          <a:p>
            <a:pPr indent="-228600" algn="l">
              <a:buFont typeface="Arial" panose="020B0604020202020204" pitchFamily="34" charset="0"/>
              <a:buChar char="•"/>
            </a:pPr>
            <a:endParaRPr lang="en-US" sz="1800" dirty="0">
              <a:solidFill>
                <a:schemeClr val="tx2"/>
              </a:solidFill>
            </a:endParaRPr>
          </a:p>
        </p:txBody>
      </p:sp>
      <p:grpSp>
        <p:nvGrpSpPr>
          <p:cNvPr id="63" name="Group 62">
            <a:extLst>
              <a:ext uri="{FF2B5EF4-FFF2-40B4-BE49-F238E27FC236}">
                <a16:creationId xmlns:a16="http://schemas.microsoft.com/office/drawing/2014/main" id="{C78D9229-E61D-4FEE-8321-2F8B64A8CAD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flipH="1">
            <a:off x="10186037" y="4852038"/>
            <a:ext cx="2151670" cy="1860256"/>
            <a:chOff x="-305" y="-4155"/>
            <a:chExt cx="2514948" cy="2174333"/>
          </a:xfrm>
        </p:grpSpPr>
        <p:sp>
          <p:nvSpPr>
            <p:cNvPr id="64" name="Freeform: Shape 63">
              <a:extLst>
                <a:ext uri="{FF2B5EF4-FFF2-40B4-BE49-F238E27FC236}">
                  <a16:creationId xmlns:a16="http://schemas.microsoft.com/office/drawing/2014/main" id="{1FDD3CCB-26A3-4D79-AEB6-7A60CF980D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eform: Shape 64">
              <a:extLst>
                <a:ext uri="{FF2B5EF4-FFF2-40B4-BE49-F238E27FC236}">
                  <a16:creationId xmlns:a16="http://schemas.microsoft.com/office/drawing/2014/main" id="{E9AC4470-5113-4709-B29F-CDB937F254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Freeform: Shape 65">
              <a:extLst>
                <a:ext uri="{FF2B5EF4-FFF2-40B4-BE49-F238E27FC236}">
                  <a16:creationId xmlns:a16="http://schemas.microsoft.com/office/drawing/2014/main" id="{3E0D146C-9DAB-421E-AE88-5F854BF3F7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67" name="Freeform: Shape 66">
              <a:extLst>
                <a:ext uri="{FF2B5EF4-FFF2-40B4-BE49-F238E27FC236}">
                  <a16:creationId xmlns:a16="http://schemas.microsoft.com/office/drawing/2014/main" id="{12EB32A5-4408-4F6C-84B2-F9A908237A6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37829967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889C5E17-24D0-4696-A3C5-A2261FB455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6929B58F-2358-44CC-ACE5-EF1BD3C6C8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le 1">
            <a:extLst>
              <a:ext uri="{FF2B5EF4-FFF2-40B4-BE49-F238E27FC236}">
                <a16:creationId xmlns:a16="http://schemas.microsoft.com/office/drawing/2014/main" id="{99544C9D-4FE6-0380-3FEE-81D8BD60739A}"/>
              </a:ext>
            </a:extLst>
          </p:cNvPr>
          <p:cNvSpPr>
            <a:spLocks noGrp="1"/>
          </p:cNvSpPr>
          <p:nvPr>
            <p:ph type="title"/>
          </p:nvPr>
        </p:nvSpPr>
        <p:spPr>
          <a:xfrm>
            <a:off x="804672" y="1243013"/>
            <a:ext cx="3855720" cy="4371974"/>
          </a:xfrm>
        </p:spPr>
        <p:txBody>
          <a:bodyPr>
            <a:normAutofit/>
          </a:bodyPr>
          <a:lstStyle/>
          <a:p>
            <a:r>
              <a:rPr lang="en-IN" sz="3600">
                <a:solidFill>
                  <a:schemeClr val="tx2"/>
                </a:solidFill>
              </a:rPr>
              <a:t>PROBLEM SATEMENT</a:t>
            </a:r>
          </a:p>
        </p:txBody>
      </p:sp>
      <p:grpSp>
        <p:nvGrpSpPr>
          <p:cNvPr id="33" name="Group 32">
            <a:extLst>
              <a:ext uri="{FF2B5EF4-FFF2-40B4-BE49-F238E27FC236}">
                <a16:creationId xmlns:a16="http://schemas.microsoft.com/office/drawing/2014/main" id="{09DA5303-A1AF-4830-806C-51FCD96188B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897348" y="5285"/>
            <a:ext cx="7294653" cy="6858000"/>
            <a:chOff x="4897348" y="-5799"/>
            <a:chExt cx="7294653" cy="6858000"/>
          </a:xfrm>
        </p:grpSpPr>
        <p:sp>
          <p:nvSpPr>
            <p:cNvPr id="34" name="Freeform: Shape 33">
              <a:extLst>
                <a:ext uri="{FF2B5EF4-FFF2-40B4-BE49-F238E27FC236}">
                  <a16:creationId xmlns:a16="http://schemas.microsoft.com/office/drawing/2014/main" id="{4FAAA8C8-4EB7-45F1-BF24-3EF0F4DC44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897348" y="-5798"/>
              <a:ext cx="7294652" cy="6857999"/>
            </a:xfrm>
            <a:custGeom>
              <a:avLst/>
              <a:gdLst>
                <a:gd name="connsiteX0" fmla="*/ 7294652 w 7294652"/>
                <a:gd name="connsiteY0" fmla="*/ 6063030 h 6857999"/>
                <a:gd name="connsiteX1" fmla="*/ 7294652 w 7294652"/>
                <a:gd name="connsiteY1" fmla="*/ 6857999 h 6857999"/>
                <a:gd name="connsiteX2" fmla="*/ 6248575 w 7294652"/>
                <a:gd name="connsiteY2" fmla="*/ 6857999 h 6857999"/>
                <a:gd name="connsiteX3" fmla="*/ 6477898 w 7294652"/>
                <a:gd name="connsiteY3" fmla="*/ 6700973 h 6857999"/>
                <a:gd name="connsiteX4" fmla="*/ 6647884 w 7294652"/>
                <a:gd name="connsiteY4" fmla="*/ 6572752 h 6857999"/>
                <a:gd name="connsiteX5" fmla="*/ 6817698 w 7294652"/>
                <a:gd name="connsiteY5" fmla="*/ 6440235 h 6857999"/>
                <a:gd name="connsiteX6" fmla="*/ 7161451 w 7294652"/>
                <a:gd name="connsiteY6" fmla="*/ 6165232 h 6857999"/>
                <a:gd name="connsiteX7" fmla="*/ 1673436 w 7294652"/>
                <a:gd name="connsiteY7" fmla="*/ 0 h 6857999"/>
                <a:gd name="connsiteX8" fmla="*/ 2394951 w 7294652"/>
                <a:gd name="connsiteY8" fmla="*/ 0 h 6857999"/>
                <a:gd name="connsiteX9" fmla="*/ 2244659 w 7294652"/>
                <a:gd name="connsiteY9" fmla="*/ 100763 h 6857999"/>
                <a:gd name="connsiteX10" fmla="*/ 1743903 w 7294652"/>
                <a:gd name="connsiteY10" fmla="*/ 498975 h 6857999"/>
                <a:gd name="connsiteX11" fmla="*/ 1163821 w 7294652"/>
                <a:gd name="connsiteY11" fmla="*/ 1121514 h 6857999"/>
                <a:gd name="connsiteX12" fmla="*/ 704911 w 7294652"/>
                <a:gd name="connsiteY12" fmla="*/ 1837036 h 6857999"/>
                <a:gd name="connsiteX13" fmla="*/ 393472 w 7294652"/>
                <a:gd name="connsiteY13" fmla="*/ 2627669 h 6857999"/>
                <a:gd name="connsiteX14" fmla="*/ 280032 w 7294652"/>
                <a:gd name="connsiteY14" fmla="*/ 3472097 h 6857999"/>
                <a:gd name="connsiteX15" fmla="*/ 327813 w 7294652"/>
                <a:gd name="connsiteY15" fmla="*/ 3884602 h 6857999"/>
                <a:gd name="connsiteX16" fmla="*/ 469096 w 7294652"/>
                <a:gd name="connsiteY16" fmla="*/ 4270809 h 6857999"/>
                <a:gd name="connsiteX17" fmla="*/ 567581 w 7294652"/>
                <a:gd name="connsiteY17" fmla="*/ 4452482 h 6857999"/>
                <a:gd name="connsiteX18" fmla="*/ 680677 w 7294652"/>
                <a:gd name="connsiteY18" fmla="*/ 4628484 h 6857999"/>
                <a:gd name="connsiteX19" fmla="*/ 941928 w 7294652"/>
                <a:gd name="connsiteY19" fmla="*/ 4968628 h 6857999"/>
                <a:gd name="connsiteX20" fmla="*/ 1224665 w 7294652"/>
                <a:gd name="connsiteY20" fmla="*/ 5311349 h 6857999"/>
                <a:gd name="connsiteX21" fmla="*/ 1365259 w 7294652"/>
                <a:gd name="connsiteY21" fmla="*/ 5490273 h 6857999"/>
                <a:gd name="connsiteX22" fmla="*/ 1432808 w 7294652"/>
                <a:gd name="connsiteY22" fmla="*/ 5577931 h 6857999"/>
                <a:gd name="connsiteX23" fmla="*/ 1498980 w 7294652"/>
                <a:gd name="connsiteY23" fmla="*/ 5662148 h 6857999"/>
                <a:gd name="connsiteX24" fmla="*/ 2067548 w 7294652"/>
                <a:gd name="connsiteY24" fmla="*/ 6283312 h 6857999"/>
                <a:gd name="connsiteX25" fmla="*/ 2369879 w 7294652"/>
                <a:gd name="connsiteY25" fmla="*/ 6562782 h 6857999"/>
                <a:gd name="connsiteX26" fmla="*/ 2686645 w 7294652"/>
                <a:gd name="connsiteY26" fmla="*/ 6820598 h 6857999"/>
                <a:gd name="connsiteX27" fmla="*/ 2738907 w 7294652"/>
                <a:gd name="connsiteY27" fmla="*/ 6857999 h 6857999"/>
                <a:gd name="connsiteX28" fmla="*/ 1731787 w 7294652"/>
                <a:gd name="connsiteY28" fmla="*/ 6857999 h 6857999"/>
                <a:gd name="connsiteX29" fmla="*/ 1607949 w 7294652"/>
                <a:gd name="connsiteY29" fmla="*/ 6732770 h 6857999"/>
                <a:gd name="connsiteX30" fmla="*/ 1309057 w 7294652"/>
                <a:gd name="connsiteY30" fmla="*/ 6370109 h 6857999"/>
                <a:gd name="connsiteX31" fmla="*/ 1048147 w 7294652"/>
                <a:gd name="connsiteY31" fmla="*/ 5986138 h 6857999"/>
                <a:gd name="connsiteX32" fmla="*/ 987131 w 7294652"/>
                <a:gd name="connsiteY32" fmla="*/ 5888512 h 6857999"/>
                <a:gd name="connsiteX33" fmla="*/ 928866 w 7294652"/>
                <a:gd name="connsiteY33" fmla="*/ 5793463 h 6857999"/>
                <a:gd name="connsiteX34" fmla="*/ 813708 w 7294652"/>
                <a:gd name="connsiteY34" fmla="*/ 5609556 h 6857999"/>
                <a:gd name="connsiteX35" fmla="*/ 574972 w 7294652"/>
                <a:gd name="connsiteY35" fmla="*/ 5231598 h 6857999"/>
                <a:gd name="connsiteX36" fmla="*/ 342424 w 7294652"/>
                <a:gd name="connsiteY36" fmla="*/ 4834048 h 6857999"/>
                <a:gd name="connsiteX37" fmla="*/ 237579 w 7294652"/>
                <a:gd name="connsiteY37" fmla="*/ 4623500 h 6857999"/>
                <a:gd name="connsiteX38" fmla="*/ 148373 w 7294652"/>
                <a:gd name="connsiteY38" fmla="*/ 4404356 h 6857999"/>
                <a:gd name="connsiteX39" fmla="*/ 79623 w 7294652"/>
                <a:gd name="connsiteY39" fmla="*/ 4175762 h 6857999"/>
                <a:gd name="connsiteX40" fmla="*/ 54185 w 7294652"/>
                <a:gd name="connsiteY40" fmla="*/ 4059229 h 6857999"/>
                <a:gd name="connsiteX41" fmla="*/ 43013 w 7294652"/>
                <a:gd name="connsiteY41" fmla="*/ 4000790 h 6857999"/>
                <a:gd name="connsiteX42" fmla="*/ 33734 w 7294652"/>
                <a:gd name="connsiteY42" fmla="*/ 3942180 h 6857999"/>
                <a:gd name="connsiteX43" fmla="*/ 45 w 7294652"/>
                <a:gd name="connsiteY43" fmla="*/ 3472097 h 6857999"/>
                <a:gd name="connsiteX44" fmla="*/ 95436 w 7294652"/>
                <a:gd name="connsiteY44" fmla="*/ 2557372 h 6857999"/>
                <a:gd name="connsiteX45" fmla="*/ 382126 w 7294652"/>
                <a:gd name="connsiteY45" fmla="*/ 1680799 h 6857999"/>
                <a:gd name="connsiteX46" fmla="*/ 1457043 w 7294652"/>
                <a:gd name="connsiteY46" fmla="*/ 19217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7294652" h="6857999">
                  <a:moveTo>
                    <a:pt x="7294652" y="6063030"/>
                  </a:moveTo>
                  <a:lnTo>
                    <a:pt x="7294652" y="6857999"/>
                  </a:lnTo>
                  <a:lnTo>
                    <a:pt x="6248575" y="6857999"/>
                  </a:lnTo>
                  <a:lnTo>
                    <a:pt x="6477898" y="6700973"/>
                  </a:lnTo>
                  <a:cubicBezTo>
                    <a:pt x="6534790" y="6659378"/>
                    <a:pt x="6591336" y="6616237"/>
                    <a:pt x="6647884" y="6572752"/>
                  </a:cubicBezTo>
                  <a:cubicBezTo>
                    <a:pt x="6704432" y="6529268"/>
                    <a:pt x="6761151" y="6485095"/>
                    <a:pt x="6817698" y="6440235"/>
                  </a:cubicBezTo>
                  <a:lnTo>
                    <a:pt x="7161451" y="6165232"/>
                  </a:lnTo>
                  <a:close/>
                  <a:moveTo>
                    <a:pt x="1673436" y="0"/>
                  </a:moveTo>
                  <a:lnTo>
                    <a:pt x="2394951" y="0"/>
                  </a:lnTo>
                  <a:lnTo>
                    <a:pt x="2244659" y="100763"/>
                  </a:lnTo>
                  <a:cubicBezTo>
                    <a:pt x="2071051" y="224086"/>
                    <a:pt x="1903860" y="356975"/>
                    <a:pt x="1743903" y="498975"/>
                  </a:cubicBezTo>
                  <a:cubicBezTo>
                    <a:pt x="1533218" y="689638"/>
                    <a:pt x="1339146" y="897902"/>
                    <a:pt x="1163821" y="1121514"/>
                  </a:cubicBezTo>
                  <a:cubicBezTo>
                    <a:pt x="988284" y="1344764"/>
                    <a:pt x="834608" y="1584376"/>
                    <a:pt x="704911" y="1837036"/>
                  </a:cubicBezTo>
                  <a:cubicBezTo>
                    <a:pt x="573950" y="2089059"/>
                    <a:pt x="469577" y="2354041"/>
                    <a:pt x="393472" y="2627669"/>
                  </a:cubicBezTo>
                  <a:cubicBezTo>
                    <a:pt x="318269" y="2902842"/>
                    <a:pt x="280119" y="3186833"/>
                    <a:pt x="280032" y="3472097"/>
                  </a:cubicBezTo>
                  <a:cubicBezTo>
                    <a:pt x="280349" y="3610956"/>
                    <a:pt x="296380" y="3749334"/>
                    <a:pt x="327813" y="3884602"/>
                  </a:cubicBezTo>
                  <a:cubicBezTo>
                    <a:pt x="360878" y="4018046"/>
                    <a:pt x="408244" y="4147540"/>
                    <a:pt x="469096" y="4270809"/>
                  </a:cubicBezTo>
                  <a:cubicBezTo>
                    <a:pt x="499175" y="4332511"/>
                    <a:pt x="532347" y="4393012"/>
                    <a:pt x="567581" y="4452482"/>
                  </a:cubicBezTo>
                  <a:cubicBezTo>
                    <a:pt x="602815" y="4511953"/>
                    <a:pt x="641144" y="4570562"/>
                    <a:pt x="680677" y="4628484"/>
                  </a:cubicBezTo>
                  <a:cubicBezTo>
                    <a:pt x="760771" y="4743985"/>
                    <a:pt x="849802" y="4856048"/>
                    <a:pt x="941928" y="4968628"/>
                  </a:cubicBezTo>
                  <a:cubicBezTo>
                    <a:pt x="1034055" y="5081206"/>
                    <a:pt x="1130994" y="5193958"/>
                    <a:pt x="1224665" y="5311349"/>
                  </a:cubicBezTo>
                  <a:cubicBezTo>
                    <a:pt x="1271987" y="5369787"/>
                    <a:pt x="1318853" y="5429429"/>
                    <a:pt x="1365259" y="5490273"/>
                  </a:cubicBezTo>
                  <a:lnTo>
                    <a:pt x="1432808" y="5577931"/>
                  </a:lnTo>
                  <a:cubicBezTo>
                    <a:pt x="1454979" y="5605947"/>
                    <a:pt x="1476121" y="5634821"/>
                    <a:pt x="1498980" y="5662148"/>
                  </a:cubicBezTo>
                  <a:cubicBezTo>
                    <a:pt x="1676323" y="5880038"/>
                    <a:pt x="1866158" y="6087441"/>
                    <a:pt x="2067548" y="6283312"/>
                  </a:cubicBezTo>
                  <a:cubicBezTo>
                    <a:pt x="2166203" y="6379907"/>
                    <a:pt x="2266974" y="6473064"/>
                    <a:pt x="2369879" y="6562782"/>
                  </a:cubicBezTo>
                  <a:cubicBezTo>
                    <a:pt x="2473005" y="6652331"/>
                    <a:pt x="2577677" y="6738957"/>
                    <a:pt x="2686645" y="6820598"/>
                  </a:cubicBezTo>
                  <a:lnTo>
                    <a:pt x="2738907" y="6857999"/>
                  </a:lnTo>
                  <a:lnTo>
                    <a:pt x="1731787" y="6857999"/>
                  </a:lnTo>
                  <a:lnTo>
                    <a:pt x="1607949" y="6732770"/>
                  </a:lnTo>
                  <a:cubicBezTo>
                    <a:pt x="1501232" y="6617903"/>
                    <a:pt x="1401421" y="6496799"/>
                    <a:pt x="1309057" y="6370109"/>
                  </a:cubicBezTo>
                  <a:cubicBezTo>
                    <a:pt x="1217103" y="6244469"/>
                    <a:pt x="1129618" y="6116590"/>
                    <a:pt x="1048147" y="5986138"/>
                  </a:cubicBezTo>
                  <a:cubicBezTo>
                    <a:pt x="1027179" y="5953825"/>
                    <a:pt x="1007414" y="5920996"/>
                    <a:pt x="987131" y="5888512"/>
                  </a:cubicBezTo>
                  <a:lnTo>
                    <a:pt x="928866" y="5793463"/>
                  </a:lnTo>
                  <a:cubicBezTo>
                    <a:pt x="891568" y="5732276"/>
                    <a:pt x="852725" y="5671260"/>
                    <a:pt x="813708" y="5609556"/>
                  </a:cubicBezTo>
                  <a:lnTo>
                    <a:pt x="574972" y="5231598"/>
                  </a:lnTo>
                  <a:cubicBezTo>
                    <a:pt x="495221" y="5103551"/>
                    <a:pt x="416158" y="4971549"/>
                    <a:pt x="342424" y="4834048"/>
                  </a:cubicBezTo>
                  <a:cubicBezTo>
                    <a:pt x="305641" y="4765298"/>
                    <a:pt x="270236" y="4695343"/>
                    <a:pt x="237579" y="4623500"/>
                  </a:cubicBezTo>
                  <a:cubicBezTo>
                    <a:pt x="204922" y="4551655"/>
                    <a:pt x="175187" y="4478607"/>
                    <a:pt x="148373" y="4404356"/>
                  </a:cubicBezTo>
                  <a:cubicBezTo>
                    <a:pt x="121561" y="4330107"/>
                    <a:pt x="99046" y="4252934"/>
                    <a:pt x="79623" y="4175762"/>
                  </a:cubicBezTo>
                  <a:cubicBezTo>
                    <a:pt x="70514" y="4136916"/>
                    <a:pt x="61577" y="4098245"/>
                    <a:pt x="54185" y="4059229"/>
                  </a:cubicBezTo>
                  <a:lnTo>
                    <a:pt x="43013" y="4000790"/>
                  </a:lnTo>
                  <a:lnTo>
                    <a:pt x="33734" y="3942180"/>
                  </a:lnTo>
                  <a:cubicBezTo>
                    <a:pt x="10461" y="3786581"/>
                    <a:pt x="-801" y="3629416"/>
                    <a:pt x="45" y="3472097"/>
                  </a:cubicBezTo>
                  <a:cubicBezTo>
                    <a:pt x="863" y="3164748"/>
                    <a:pt x="32824" y="2858275"/>
                    <a:pt x="95436" y="2557372"/>
                  </a:cubicBezTo>
                  <a:cubicBezTo>
                    <a:pt x="157549" y="2255281"/>
                    <a:pt x="253728" y="1961216"/>
                    <a:pt x="382126" y="1680799"/>
                  </a:cubicBezTo>
                  <a:cubicBezTo>
                    <a:pt x="639940" y="1120482"/>
                    <a:pt x="1015492" y="619117"/>
                    <a:pt x="1457043" y="192176"/>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Shape 34">
              <a:extLst>
                <a:ext uri="{FF2B5EF4-FFF2-40B4-BE49-F238E27FC236}">
                  <a16:creationId xmlns:a16="http://schemas.microsoft.com/office/drawing/2014/main" id="{A77FC097-E4F2-4A45-82E8-3808FA553C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0650" y="-5799"/>
              <a:ext cx="7291350" cy="6858000"/>
            </a:xfrm>
            <a:custGeom>
              <a:avLst/>
              <a:gdLst>
                <a:gd name="connsiteX0" fmla="*/ 7291350 w 7291350"/>
                <a:gd name="connsiteY0" fmla="*/ 5718699 h 6858000"/>
                <a:gd name="connsiteX1" fmla="*/ 7291350 w 7291350"/>
                <a:gd name="connsiteY1" fmla="*/ 6806115 h 6858000"/>
                <a:gd name="connsiteX2" fmla="*/ 7224124 w 7291350"/>
                <a:gd name="connsiteY2" fmla="*/ 6858000 h 6858000"/>
                <a:gd name="connsiteX3" fmla="*/ 5607142 w 7291350"/>
                <a:gd name="connsiteY3" fmla="*/ 6858000 h 6858000"/>
                <a:gd name="connsiteX4" fmla="*/ 5736072 w 7291350"/>
                <a:gd name="connsiteY4" fmla="*/ 6801170 h 6858000"/>
                <a:gd name="connsiteX5" fmla="*/ 6949826 w 7291350"/>
                <a:gd name="connsiteY5" fmla="*/ 5983707 h 6858000"/>
                <a:gd name="connsiteX6" fmla="*/ 7220703 w 7291350"/>
                <a:gd name="connsiteY6" fmla="*/ 5773675 h 6858000"/>
                <a:gd name="connsiteX7" fmla="*/ 7218419 w 7291350"/>
                <a:gd name="connsiteY7" fmla="*/ 0 h 6858000"/>
                <a:gd name="connsiteX8" fmla="*/ 7291350 w 7291350"/>
                <a:gd name="connsiteY8" fmla="*/ 0 h 6858000"/>
                <a:gd name="connsiteX9" fmla="*/ 7291350 w 7291350"/>
                <a:gd name="connsiteY9" fmla="*/ 50138 h 6858000"/>
                <a:gd name="connsiteX10" fmla="*/ 1797607 w 7291350"/>
                <a:gd name="connsiteY10" fmla="*/ 0 h 6858000"/>
                <a:gd name="connsiteX11" fmla="*/ 3385676 w 7291350"/>
                <a:gd name="connsiteY11" fmla="*/ 0 h 6858000"/>
                <a:gd name="connsiteX12" fmla="*/ 3360567 w 7291350"/>
                <a:gd name="connsiteY12" fmla="*/ 11552 h 6858000"/>
                <a:gd name="connsiteX13" fmla="*/ 2267395 w 7291350"/>
                <a:gd name="connsiteY13" fmla="*/ 725831 h 6858000"/>
                <a:gd name="connsiteX14" fmla="*/ 1234074 w 7291350"/>
                <a:gd name="connsiteY14" fmla="*/ 2007171 h 6858000"/>
                <a:gd name="connsiteX15" fmla="*/ 859383 w 7291350"/>
                <a:gd name="connsiteY15" fmla="*/ 3498372 h 6858000"/>
                <a:gd name="connsiteX16" fmla="*/ 1479513 w 7291350"/>
                <a:gd name="connsiteY16" fmla="*/ 4883182 h 6858000"/>
                <a:gd name="connsiteX17" fmla="*/ 1791985 w 7291350"/>
                <a:gd name="connsiteY17" fmla="*/ 5322671 h 6858000"/>
                <a:gd name="connsiteX18" fmla="*/ 3397295 w 7291350"/>
                <a:gd name="connsiteY18" fmla="*/ 6784567 h 6858000"/>
                <a:gd name="connsiteX19" fmla="*/ 3590446 w 7291350"/>
                <a:gd name="connsiteY19" fmla="*/ 6858000 h 6858000"/>
                <a:gd name="connsiteX20" fmla="*/ 1970757 w 7291350"/>
                <a:gd name="connsiteY20" fmla="*/ 6858000 h 6858000"/>
                <a:gd name="connsiteX21" fmla="*/ 1735872 w 7291350"/>
                <a:gd name="connsiteY21" fmla="*/ 6627685 h 6858000"/>
                <a:gd name="connsiteX22" fmla="*/ 1080932 w 7291350"/>
                <a:gd name="connsiteY22" fmla="*/ 5805127 h 6858000"/>
                <a:gd name="connsiteX23" fmla="*/ 0 w 7291350"/>
                <a:gd name="connsiteY23" fmla="*/ 3498372 h 6858000"/>
                <a:gd name="connsiteX24" fmla="*/ 1708174 w 7291350"/>
                <a:gd name="connsiteY24" fmla="*/ 7330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291350" h="6858000">
                  <a:moveTo>
                    <a:pt x="7291350" y="5718699"/>
                  </a:moveTo>
                  <a:lnTo>
                    <a:pt x="7291350" y="6806115"/>
                  </a:lnTo>
                  <a:lnTo>
                    <a:pt x="7224124" y="6858000"/>
                  </a:lnTo>
                  <a:lnTo>
                    <a:pt x="5607142" y="6858000"/>
                  </a:lnTo>
                  <a:lnTo>
                    <a:pt x="5736072" y="6801170"/>
                  </a:lnTo>
                  <a:cubicBezTo>
                    <a:pt x="6122313" y="6616106"/>
                    <a:pt x="6503069" y="6332805"/>
                    <a:pt x="6949826" y="5983707"/>
                  </a:cubicBezTo>
                  <a:cubicBezTo>
                    <a:pt x="7041094" y="5912378"/>
                    <a:pt x="7132358" y="5842426"/>
                    <a:pt x="7220703" y="5773675"/>
                  </a:cubicBezTo>
                  <a:close/>
                  <a:moveTo>
                    <a:pt x="7218419" y="0"/>
                  </a:moveTo>
                  <a:lnTo>
                    <a:pt x="7291350" y="0"/>
                  </a:lnTo>
                  <a:lnTo>
                    <a:pt x="7291350" y="50138"/>
                  </a:lnTo>
                  <a:close/>
                  <a:moveTo>
                    <a:pt x="1797607" y="0"/>
                  </a:moveTo>
                  <a:lnTo>
                    <a:pt x="3385676" y="0"/>
                  </a:lnTo>
                  <a:lnTo>
                    <a:pt x="3360567" y="11552"/>
                  </a:lnTo>
                  <a:cubicBezTo>
                    <a:pt x="2968013" y="202286"/>
                    <a:pt x="2600620" y="442170"/>
                    <a:pt x="2267395" y="725831"/>
                  </a:cubicBezTo>
                  <a:cubicBezTo>
                    <a:pt x="1824986" y="1104820"/>
                    <a:pt x="1477279" y="1536057"/>
                    <a:pt x="1234074" y="2007171"/>
                  </a:cubicBezTo>
                  <a:cubicBezTo>
                    <a:pt x="985368" y="2488770"/>
                    <a:pt x="859383" y="2990476"/>
                    <a:pt x="859383" y="3498372"/>
                  </a:cubicBezTo>
                  <a:cubicBezTo>
                    <a:pt x="859383" y="4010222"/>
                    <a:pt x="1060651" y="4308942"/>
                    <a:pt x="1479513" y="4883182"/>
                  </a:cubicBezTo>
                  <a:cubicBezTo>
                    <a:pt x="1580577" y="5021714"/>
                    <a:pt x="1685078" y="5164888"/>
                    <a:pt x="1791985" y="5322671"/>
                  </a:cubicBezTo>
                  <a:cubicBezTo>
                    <a:pt x="2283419" y="6046950"/>
                    <a:pt x="2796809" y="6521439"/>
                    <a:pt x="3397295" y="6784567"/>
                  </a:cubicBezTo>
                  <a:lnTo>
                    <a:pt x="3590446" y="6858000"/>
                  </a:lnTo>
                  <a:lnTo>
                    <a:pt x="1970757" y="6858000"/>
                  </a:lnTo>
                  <a:lnTo>
                    <a:pt x="1735872" y="6627685"/>
                  </a:lnTo>
                  <a:cubicBezTo>
                    <a:pt x="1502484" y="6382823"/>
                    <a:pt x="1285774" y="6107254"/>
                    <a:pt x="1080932" y="5805127"/>
                  </a:cubicBezTo>
                  <a:cubicBezTo>
                    <a:pt x="556365" y="5032027"/>
                    <a:pt x="0" y="4501616"/>
                    <a:pt x="0" y="3498372"/>
                  </a:cubicBezTo>
                  <a:cubicBezTo>
                    <a:pt x="0" y="2160829"/>
                    <a:pt x="685186" y="949872"/>
                    <a:pt x="1708174" y="7330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D0DF88B0-FA8A-47F5-8EAC-1880B1A51B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22894" y="-5799"/>
              <a:ext cx="7269107" cy="6858000"/>
            </a:xfrm>
            <a:custGeom>
              <a:avLst/>
              <a:gdLst>
                <a:gd name="connsiteX0" fmla="*/ 7269107 w 7269107"/>
                <a:gd name="connsiteY0" fmla="*/ 5518449 h 6858000"/>
                <a:gd name="connsiteX1" fmla="*/ 7269107 w 7269107"/>
                <a:gd name="connsiteY1" fmla="*/ 6823281 h 6858000"/>
                <a:gd name="connsiteX2" fmla="*/ 7224122 w 7269107"/>
                <a:gd name="connsiteY2" fmla="*/ 6858000 h 6858000"/>
                <a:gd name="connsiteX3" fmla="*/ 4927054 w 7269107"/>
                <a:gd name="connsiteY3" fmla="*/ 6858000 h 6858000"/>
                <a:gd name="connsiteX4" fmla="*/ 4982167 w 7269107"/>
                <a:gd name="connsiteY4" fmla="*/ 6852876 h 6858000"/>
                <a:gd name="connsiteX5" fmla="*/ 5743768 w 7269107"/>
                <a:gd name="connsiteY5" fmla="*/ 6606245 h 6858000"/>
                <a:gd name="connsiteX6" fmla="*/ 6843778 w 7269107"/>
                <a:gd name="connsiteY6" fmla="*/ 5848440 h 6858000"/>
                <a:gd name="connsiteX7" fmla="*/ 7115515 w 7269107"/>
                <a:gd name="connsiteY7" fmla="*/ 5637891 h 6858000"/>
                <a:gd name="connsiteX8" fmla="*/ 6870111 w 7269107"/>
                <a:gd name="connsiteY8" fmla="*/ 0 h 6858000"/>
                <a:gd name="connsiteX9" fmla="*/ 7269107 w 7269107"/>
                <a:gd name="connsiteY9" fmla="*/ 0 h 6858000"/>
                <a:gd name="connsiteX10" fmla="*/ 7269107 w 7269107"/>
                <a:gd name="connsiteY10" fmla="*/ 243137 h 6858000"/>
                <a:gd name="connsiteX11" fmla="*/ 7089989 w 7269107"/>
                <a:gd name="connsiteY11" fmla="*/ 119955 h 6858000"/>
                <a:gd name="connsiteX12" fmla="*/ 6952948 w 7269107"/>
                <a:gd name="connsiteY12" fmla="*/ 41521 h 6858000"/>
                <a:gd name="connsiteX13" fmla="*/ 1797606 w 7269107"/>
                <a:gd name="connsiteY13" fmla="*/ 0 h 6858000"/>
                <a:gd name="connsiteX14" fmla="*/ 3815328 w 7269107"/>
                <a:gd name="connsiteY14" fmla="*/ 0 h 6858000"/>
                <a:gd name="connsiteX15" fmla="*/ 3627371 w 7269107"/>
                <a:gd name="connsiteY15" fmla="*/ 77142 h 6858000"/>
                <a:gd name="connsiteX16" fmla="*/ 2379115 w 7269107"/>
                <a:gd name="connsiteY16" fmla="*/ 856285 h 6858000"/>
                <a:gd name="connsiteX17" fmla="*/ 1386699 w 7269107"/>
                <a:gd name="connsiteY17" fmla="*/ 2086062 h 6858000"/>
                <a:gd name="connsiteX18" fmla="*/ 1031258 w 7269107"/>
                <a:gd name="connsiteY18" fmla="*/ 3498372 h 6858000"/>
                <a:gd name="connsiteX19" fmla="*/ 1618904 w 7269107"/>
                <a:gd name="connsiteY19" fmla="*/ 4781604 h 6858000"/>
                <a:gd name="connsiteX20" fmla="*/ 1934812 w 7269107"/>
                <a:gd name="connsiteY20" fmla="*/ 5225904 h 6858000"/>
                <a:gd name="connsiteX21" fmla="*/ 3140010 w 7269107"/>
                <a:gd name="connsiteY21" fmla="*/ 6456196 h 6858000"/>
                <a:gd name="connsiteX22" fmla="*/ 4281662 w 7269107"/>
                <a:gd name="connsiteY22" fmla="*/ 6843305 h 6858000"/>
                <a:gd name="connsiteX23" fmla="*/ 4449058 w 7269107"/>
                <a:gd name="connsiteY23" fmla="*/ 6858000 h 6858000"/>
                <a:gd name="connsiteX24" fmla="*/ 1970756 w 7269107"/>
                <a:gd name="connsiteY24" fmla="*/ 6858000 h 6858000"/>
                <a:gd name="connsiteX25" fmla="*/ 1735871 w 7269107"/>
                <a:gd name="connsiteY25" fmla="*/ 6627685 h 6858000"/>
                <a:gd name="connsiteX26" fmla="*/ 1080930 w 7269107"/>
                <a:gd name="connsiteY26" fmla="*/ 5805127 h 6858000"/>
                <a:gd name="connsiteX27" fmla="*/ 0 w 7269107"/>
                <a:gd name="connsiteY27" fmla="*/ 3498372 h 6858000"/>
                <a:gd name="connsiteX28" fmla="*/ 1708172 w 7269107"/>
                <a:gd name="connsiteY28" fmla="*/ 7330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269107" h="6858000">
                  <a:moveTo>
                    <a:pt x="7269107" y="5518449"/>
                  </a:moveTo>
                  <a:lnTo>
                    <a:pt x="7269107" y="6823281"/>
                  </a:lnTo>
                  <a:lnTo>
                    <a:pt x="7224122" y="6858000"/>
                  </a:lnTo>
                  <a:lnTo>
                    <a:pt x="4927054" y="6858000"/>
                  </a:lnTo>
                  <a:lnTo>
                    <a:pt x="4982167" y="6852876"/>
                  </a:lnTo>
                  <a:cubicBezTo>
                    <a:pt x="5236517" y="6821036"/>
                    <a:pt x="5483373" y="6740566"/>
                    <a:pt x="5743768" y="6606245"/>
                  </a:cubicBezTo>
                  <a:cubicBezTo>
                    <a:pt x="6099551" y="6422337"/>
                    <a:pt x="6452586" y="6154209"/>
                    <a:pt x="6843778" y="5848440"/>
                  </a:cubicBezTo>
                  <a:cubicBezTo>
                    <a:pt x="6935559" y="5776768"/>
                    <a:pt x="7026997" y="5706642"/>
                    <a:pt x="7115515" y="5637891"/>
                  </a:cubicBezTo>
                  <a:close/>
                  <a:moveTo>
                    <a:pt x="6870111" y="0"/>
                  </a:moveTo>
                  <a:lnTo>
                    <a:pt x="7269107" y="0"/>
                  </a:lnTo>
                  <a:lnTo>
                    <a:pt x="7269107" y="243137"/>
                  </a:lnTo>
                  <a:lnTo>
                    <a:pt x="7089989" y="119955"/>
                  </a:lnTo>
                  <a:cubicBezTo>
                    <a:pt x="7045081" y="92581"/>
                    <a:pt x="6999384" y="66425"/>
                    <a:pt x="6952948" y="41521"/>
                  </a:cubicBezTo>
                  <a:close/>
                  <a:moveTo>
                    <a:pt x="1797606" y="0"/>
                  </a:moveTo>
                  <a:lnTo>
                    <a:pt x="3815328" y="0"/>
                  </a:lnTo>
                  <a:lnTo>
                    <a:pt x="3627371" y="77142"/>
                  </a:lnTo>
                  <a:cubicBezTo>
                    <a:pt x="3175548" y="273822"/>
                    <a:pt x="2754868" y="536281"/>
                    <a:pt x="2379115" y="856285"/>
                  </a:cubicBezTo>
                  <a:cubicBezTo>
                    <a:pt x="1959736" y="1215679"/>
                    <a:pt x="1616497" y="1640901"/>
                    <a:pt x="1386699" y="2086062"/>
                  </a:cubicBezTo>
                  <a:cubicBezTo>
                    <a:pt x="1151572" y="2543083"/>
                    <a:pt x="1031258" y="3018150"/>
                    <a:pt x="1031258" y="3498372"/>
                  </a:cubicBezTo>
                  <a:cubicBezTo>
                    <a:pt x="1031258" y="3957455"/>
                    <a:pt x="1211213" y="4223692"/>
                    <a:pt x="1618904" y="4781604"/>
                  </a:cubicBezTo>
                  <a:cubicBezTo>
                    <a:pt x="1720826" y="4921339"/>
                    <a:pt x="1826186" y="5065887"/>
                    <a:pt x="1934812" y="5225904"/>
                  </a:cubicBezTo>
                  <a:cubicBezTo>
                    <a:pt x="2318957" y="5792064"/>
                    <a:pt x="2713069" y="6194600"/>
                    <a:pt x="3140010" y="6456196"/>
                  </a:cubicBezTo>
                  <a:cubicBezTo>
                    <a:pt x="3479423" y="6664512"/>
                    <a:pt x="3855769" y="6792387"/>
                    <a:pt x="4281662" y="6843305"/>
                  </a:cubicBezTo>
                  <a:lnTo>
                    <a:pt x="4449058" y="6858000"/>
                  </a:lnTo>
                  <a:lnTo>
                    <a:pt x="1970756" y="6858000"/>
                  </a:lnTo>
                  <a:lnTo>
                    <a:pt x="1735871" y="6627685"/>
                  </a:lnTo>
                  <a:cubicBezTo>
                    <a:pt x="1502482" y="6382823"/>
                    <a:pt x="1285773" y="6107254"/>
                    <a:pt x="1080930" y="5805127"/>
                  </a:cubicBezTo>
                  <a:cubicBezTo>
                    <a:pt x="556364" y="5032027"/>
                    <a:pt x="0" y="4501616"/>
                    <a:pt x="0" y="3498372"/>
                  </a:cubicBezTo>
                  <a:cubicBezTo>
                    <a:pt x="0" y="2160829"/>
                    <a:pt x="685185" y="949872"/>
                    <a:pt x="1708172" y="73302"/>
                  </a:cubicBezTo>
                  <a:close/>
                </a:path>
              </a:pathLst>
            </a:custGeom>
            <a:gradFill>
              <a:gsLst>
                <a:gs pos="2000">
                  <a:schemeClr val="bg1">
                    <a:alpha val="10000"/>
                  </a:schemeClr>
                </a:gs>
                <a:gs pos="5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 name="Content Placeholder 2">
            <a:extLst>
              <a:ext uri="{FF2B5EF4-FFF2-40B4-BE49-F238E27FC236}">
                <a16:creationId xmlns:a16="http://schemas.microsoft.com/office/drawing/2014/main" id="{B416170D-E3D1-D590-5634-55571E6CD373}"/>
              </a:ext>
            </a:extLst>
          </p:cNvPr>
          <p:cNvSpPr>
            <a:spLocks noGrp="1"/>
          </p:cNvSpPr>
          <p:nvPr>
            <p:ph idx="1"/>
          </p:nvPr>
        </p:nvSpPr>
        <p:spPr>
          <a:xfrm>
            <a:off x="6632812" y="1032987"/>
            <a:ext cx="4919108" cy="4792027"/>
          </a:xfrm>
        </p:spPr>
        <p:txBody>
          <a:bodyPr anchor="ctr">
            <a:normAutofit/>
          </a:bodyPr>
          <a:lstStyle/>
          <a:p>
            <a:pPr marL="0" indent="0">
              <a:buNone/>
            </a:pPr>
            <a:r>
              <a:rPr lang="en-US" sz="2000">
                <a:solidFill>
                  <a:schemeClr val="tx2"/>
                </a:solidFill>
              </a:rPr>
              <a:t>To analyze the variations in AI tool usage among Indian college students and identify why AI tools have lower adoption rates in specific academic streams and geographical regions and evaluate how usage of AI tools impacts academic outcomes .</a:t>
            </a:r>
            <a:endParaRPr lang="en-IN" sz="2000">
              <a:solidFill>
                <a:schemeClr val="tx2"/>
              </a:solidFill>
            </a:endParaRPr>
          </a:p>
          <a:p>
            <a:endParaRPr lang="en-IN" sz="2000">
              <a:solidFill>
                <a:schemeClr val="tx2"/>
              </a:solidFill>
            </a:endParaRPr>
          </a:p>
        </p:txBody>
      </p:sp>
    </p:spTree>
    <p:extLst>
      <p:ext uri="{BB962C8B-B14F-4D97-AF65-F5344CB8AC3E}">
        <p14:creationId xmlns:p14="http://schemas.microsoft.com/office/powerpoint/2010/main" val="23486683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8" name="Rectangle 27">
            <a:extLst>
              <a:ext uri="{FF2B5EF4-FFF2-40B4-BE49-F238E27FC236}">
                <a16:creationId xmlns:a16="http://schemas.microsoft.com/office/drawing/2014/main" id="{889C5E17-24D0-4696-A3C5-A2261FB455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6929B58F-2358-44CC-ACE5-EF1BD3C6C8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le 1">
            <a:extLst>
              <a:ext uri="{FF2B5EF4-FFF2-40B4-BE49-F238E27FC236}">
                <a16:creationId xmlns:a16="http://schemas.microsoft.com/office/drawing/2014/main" id="{41264A8C-E12D-2637-11F5-652EB2995C1F}"/>
              </a:ext>
            </a:extLst>
          </p:cNvPr>
          <p:cNvSpPr>
            <a:spLocks noGrp="1"/>
          </p:cNvSpPr>
          <p:nvPr>
            <p:ph type="title"/>
          </p:nvPr>
        </p:nvSpPr>
        <p:spPr>
          <a:xfrm>
            <a:off x="804672" y="1243013"/>
            <a:ext cx="3855720" cy="4371974"/>
          </a:xfrm>
        </p:spPr>
        <p:txBody>
          <a:bodyPr>
            <a:normAutofit/>
          </a:bodyPr>
          <a:lstStyle/>
          <a:p>
            <a:r>
              <a:rPr lang="en-IN" sz="3600">
                <a:solidFill>
                  <a:schemeClr val="tx2"/>
                </a:solidFill>
              </a:rPr>
              <a:t>OBJECTIVES</a:t>
            </a:r>
          </a:p>
        </p:txBody>
      </p:sp>
      <p:grpSp>
        <p:nvGrpSpPr>
          <p:cNvPr id="32" name="Group 31">
            <a:extLst>
              <a:ext uri="{FF2B5EF4-FFF2-40B4-BE49-F238E27FC236}">
                <a16:creationId xmlns:a16="http://schemas.microsoft.com/office/drawing/2014/main" id="{09DA5303-A1AF-4830-806C-51FCD96188B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897348" y="5285"/>
            <a:ext cx="7294653" cy="6858000"/>
            <a:chOff x="4897348" y="-5799"/>
            <a:chExt cx="7294653" cy="6858000"/>
          </a:xfrm>
        </p:grpSpPr>
        <p:sp>
          <p:nvSpPr>
            <p:cNvPr id="33" name="Freeform: Shape 32">
              <a:extLst>
                <a:ext uri="{FF2B5EF4-FFF2-40B4-BE49-F238E27FC236}">
                  <a16:creationId xmlns:a16="http://schemas.microsoft.com/office/drawing/2014/main" id="{4FAAA8C8-4EB7-45F1-BF24-3EF0F4DC44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897348" y="-5798"/>
              <a:ext cx="7294652" cy="6857999"/>
            </a:xfrm>
            <a:custGeom>
              <a:avLst/>
              <a:gdLst>
                <a:gd name="connsiteX0" fmla="*/ 7294652 w 7294652"/>
                <a:gd name="connsiteY0" fmla="*/ 6063030 h 6857999"/>
                <a:gd name="connsiteX1" fmla="*/ 7294652 w 7294652"/>
                <a:gd name="connsiteY1" fmla="*/ 6857999 h 6857999"/>
                <a:gd name="connsiteX2" fmla="*/ 6248575 w 7294652"/>
                <a:gd name="connsiteY2" fmla="*/ 6857999 h 6857999"/>
                <a:gd name="connsiteX3" fmla="*/ 6477898 w 7294652"/>
                <a:gd name="connsiteY3" fmla="*/ 6700973 h 6857999"/>
                <a:gd name="connsiteX4" fmla="*/ 6647884 w 7294652"/>
                <a:gd name="connsiteY4" fmla="*/ 6572752 h 6857999"/>
                <a:gd name="connsiteX5" fmla="*/ 6817698 w 7294652"/>
                <a:gd name="connsiteY5" fmla="*/ 6440235 h 6857999"/>
                <a:gd name="connsiteX6" fmla="*/ 7161451 w 7294652"/>
                <a:gd name="connsiteY6" fmla="*/ 6165232 h 6857999"/>
                <a:gd name="connsiteX7" fmla="*/ 1673436 w 7294652"/>
                <a:gd name="connsiteY7" fmla="*/ 0 h 6857999"/>
                <a:gd name="connsiteX8" fmla="*/ 2394951 w 7294652"/>
                <a:gd name="connsiteY8" fmla="*/ 0 h 6857999"/>
                <a:gd name="connsiteX9" fmla="*/ 2244659 w 7294652"/>
                <a:gd name="connsiteY9" fmla="*/ 100763 h 6857999"/>
                <a:gd name="connsiteX10" fmla="*/ 1743903 w 7294652"/>
                <a:gd name="connsiteY10" fmla="*/ 498975 h 6857999"/>
                <a:gd name="connsiteX11" fmla="*/ 1163821 w 7294652"/>
                <a:gd name="connsiteY11" fmla="*/ 1121514 h 6857999"/>
                <a:gd name="connsiteX12" fmla="*/ 704911 w 7294652"/>
                <a:gd name="connsiteY12" fmla="*/ 1837036 h 6857999"/>
                <a:gd name="connsiteX13" fmla="*/ 393472 w 7294652"/>
                <a:gd name="connsiteY13" fmla="*/ 2627669 h 6857999"/>
                <a:gd name="connsiteX14" fmla="*/ 280032 w 7294652"/>
                <a:gd name="connsiteY14" fmla="*/ 3472097 h 6857999"/>
                <a:gd name="connsiteX15" fmla="*/ 327813 w 7294652"/>
                <a:gd name="connsiteY15" fmla="*/ 3884602 h 6857999"/>
                <a:gd name="connsiteX16" fmla="*/ 469096 w 7294652"/>
                <a:gd name="connsiteY16" fmla="*/ 4270809 h 6857999"/>
                <a:gd name="connsiteX17" fmla="*/ 567581 w 7294652"/>
                <a:gd name="connsiteY17" fmla="*/ 4452482 h 6857999"/>
                <a:gd name="connsiteX18" fmla="*/ 680677 w 7294652"/>
                <a:gd name="connsiteY18" fmla="*/ 4628484 h 6857999"/>
                <a:gd name="connsiteX19" fmla="*/ 941928 w 7294652"/>
                <a:gd name="connsiteY19" fmla="*/ 4968628 h 6857999"/>
                <a:gd name="connsiteX20" fmla="*/ 1224665 w 7294652"/>
                <a:gd name="connsiteY20" fmla="*/ 5311349 h 6857999"/>
                <a:gd name="connsiteX21" fmla="*/ 1365259 w 7294652"/>
                <a:gd name="connsiteY21" fmla="*/ 5490273 h 6857999"/>
                <a:gd name="connsiteX22" fmla="*/ 1432808 w 7294652"/>
                <a:gd name="connsiteY22" fmla="*/ 5577931 h 6857999"/>
                <a:gd name="connsiteX23" fmla="*/ 1498980 w 7294652"/>
                <a:gd name="connsiteY23" fmla="*/ 5662148 h 6857999"/>
                <a:gd name="connsiteX24" fmla="*/ 2067548 w 7294652"/>
                <a:gd name="connsiteY24" fmla="*/ 6283312 h 6857999"/>
                <a:gd name="connsiteX25" fmla="*/ 2369879 w 7294652"/>
                <a:gd name="connsiteY25" fmla="*/ 6562782 h 6857999"/>
                <a:gd name="connsiteX26" fmla="*/ 2686645 w 7294652"/>
                <a:gd name="connsiteY26" fmla="*/ 6820598 h 6857999"/>
                <a:gd name="connsiteX27" fmla="*/ 2738907 w 7294652"/>
                <a:gd name="connsiteY27" fmla="*/ 6857999 h 6857999"/>
                <a:gd name="connsiteX28" fmla="*/ 1731787 w 7294652"/>
                <a:gd name="connsiteY28" fmla="*/ 6857999 h 6857999"/>
                <a:gd name="connsiteX29" fmla="*/ 1607949 w 7294652"/>
                <a:gd name="connsiteY29" fmla="*/ 6732770 h 6857999"/>
                <a:gd name="connsiteX30" fmla="*/ 1309057 w 7294652"/>
                <a:gd name="connsiteY30" fmla="*/ 6370109 h 6857999"/>
                <a:gd name="connsiteX31" fmla="*/ 1048147 w 7294652"/>
                <a:gd name="connsiteY31" fmla="*/ 5986138 h 6857999"/>
                <a:gd name="connsiteX32" fmla="*/ 987131 w 7294652"/>
                <a:gd name="connsiteY32" fmla="*/ 5888512 h 6857999"/>
                <a:gd name="connsiteX33" fmla="*/ 928866 w 7294652"/>
                <a:gd name="connsiteY33" fmla="*/ 5793463 h 6857999"/>
                <a:gd name="connsiteX34" fmla="*/ 813708 w 7294652"/>
                <a:gd name="connsiteY34" fmla="*/ 5609556 h 6857999"/>
                <a:gd name="connsiteX35" fmla="*/ 574972 w 7294652"/>
                <a:gd name="connsiteY35" fmla="*/ 5231598 h 6857999"/>
                <a:gd name="connsiteX36" fmla="*/ 342424 w 7294652"/>
                <a:gd name="connsiteY36" fmla="*/ 4834048 h 6857999"/>
                <a:gd name="connsiteX37" fmla="*/ 237579 w 7294652"/>
                <a:gd name="connsiteY37" fmla="*/ 4623500 h 6857999"/>
                <a:gd name="connsiteX38" fmla="*/ 148373 w 7294652"/>
                <a:gd name="connsiteY38" fmla="*/ 4404356 h 6857999"/>
                <a:gd name="connsiteX39" fmla="*/ 79623 w 7294652"/>
                <a:gd name="connsiteY39" fmla="*/ 4175762 h 6857999"/>
                <a:gd name="connsiteX40" fmla="*/ 54185 w 7294652"/>
                <a:gd name="connsiteY40" fmla="*/ 4059229 h 6857999"/>
                <a:gd name="connsiteX41" fmla="*/ 43013 w 7294652"/>
                <a:gd name="connsiteY41" fmla="*/ 4000790 h 6857999"/>
                <a:gd name="connsiteX42" fmla="*/ 33734 w 7294652"/>
                <a:gd name="connsiteY42" fmla="*/ 3942180 h 6857999"/>
                <a:gd name="connsiteX43" fmla="*/ 45 w 7294652"/>
                <a:gd name="connsiteY43" fmla="*/ 3472097 h 6857999"/>
                <a:gd name="connsiteX44" fmla="*/ 95436 w 7294652"/>
                <a:gd name="connsiteY44" fmla="*/ 2557372 h 6857999"/>
                <a:gd name="connsiteX45" fmla="*/ 382126 w 7294652"/>
                <a:gd name="connsiteY45" fmla="*/ 1680799 h 6857999"/>
                <a:gd name="connsiteX46" fmla="*/ 1457043 w 7294652"/>
                <a:gd name="connsiteY46" fmla="*/ 19217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7294652" h="6857999">
                  <a:moveTo>
                    <a:pt x="7294652" y="6063030"/>
                  </a:moveTo>
                  <a:lnTo>
                    <a:pt x="7294652" y="6857999"/>
                  </a:lnTo>
                  <a:lnTo>
                    <a:pt x="6248575" y="6857999"/>
                  </a:lnTo>
                  <a:lnTo>
                    <a:pt x="6477898" y="6700973"/>
                  </a:lnTo>
                  <a:cubicBezTo>
                    <a:pt x="6534790" y="6659378"/>
                    <a:pt x="6591336" y="6616237"/>
                    <a:pt x="6647884" y="6572752"/>
                  </a:cubicBezTo>
                  <a:cubicBezTo>
                    <a:pt x="6704432" y="6529268"/>
                    <a:pt x="6761151" y="6485095"/>
                    <a:pt x="6817698" y="6440235"/>
                  </a:cubicBezTo>
                  <a:lnTo>
                    <a:pt x="7161451" y="6165232"/>
                  </a:lnTo>
                  <a:close/>
                  <a:moveTo>
                    <a:pt x="1673436" y="0"/>
                  </a:moveTo>
                  <a:lnTo>
                    <a:pt x="2394951" y="0"/>
                  </a:lnTo>
                  <a:lnTo>
                    <a:pt x="2244659" y="100763"/>
                  </a:lnTo>
                  <a:cubicBezTo>
                    <a:pt x="2071051" y="224086"/>
                    <a:pt x="1903860" y="356975"/>
                    <a:pt x="1743903" y="498975"/>
                  </a:cubicBezTo>
                  <a:cubicBezTo>
                    <a:pt x="1533218" y="689638"/>
                    <a:pt x="1339146" y="897902"/>
                    <a:pt x="1163821" y="1121514"/>
                  </a:cubicBezTo>
                  <a:cubicBezTo>
                    <a:pt x="988284" y="1344764"/>
                    <a:pt x="834608" y="1584376"/>
                    <a:pt x="704911" y="1837036"/>
                  </a:cubicBezTo>
                  <a:cubicBezTo>
                    <a:pt x="573950" y="2089059"/>
                    <a:pt x="469577" y="2354041"/>
                    <a:pt x="393472" y="2627669"/>
                  </a:cubicBezTo>
                  <a:cubicBezTo>
                    <a:pt x="318269" y="2902842"/>
                    <a:pt x="280119" y="3186833"/>
                    <a:pt x="280032" y="3472097"/>
                  </a:cubicBezTo>
                  <a:cubicBezTo>
                    <a:pt x="280349" y="3610956"/>
                    <a:pt x="296380" y="3749334"/>
                    <a:pt x="327813" y="3884602"/>
                  </a:cubicBezTo>
                  <a:cubicBezTo>
                    <a:pt x="360878" y="4018046"/>
                    <a:pt x="408244" y="4147540"/>
                    <a:pt x="469096" y="4270809"/>
                  </a:cubicBezTo>
                  <a:cubicBezTo>
                    <a:pt x="499175" y="4332511"/>
                    <a:pt x="532347" y="4393012"/>
                    <a:pt x="567581" y="4452482"/>
                  </a:cubicBezTo>
                  <a:cubicBezTo>
                    <a:pt x="602815" y="4511953"/>
                    <a:pt x="641144" y="4570562"/>
                    <a:pt x="680677" y="4628484"/>
                  </a:cubicBezTo>
                  <a:cubicBezTo>
                    <a:pt x="760771" y="4743985"/>
                    <a:pt x="849802" y="4856048"/>
                    <a:pt x="941928" y="4968628"/>
                  </a:cubicBezTo>
                  <a:cubicBezTo>
                    <a:pt x="1034055" y="5081206"/>
                    <a:pt x="1130994" y="5193958"/>
                    <a:pt x="1224665" y="5311349"/>
                  </a:cubicBezTo>
                  <a:cubicBezTo>
                    <a:pt x="1271987" y="5369787"/>
                    <a:pt x="1318853" y="5429429"/>
                    <a:pt x="1365259" y="5490273"/>
                  </a:cubicBezTo>
                  <a:lnTo>
                    <a:pt x="1432808" y="5577931"/>
                  </a:lnTo>
                  <a:cubicBezTo>
                    <a:pt x="1454979" y="5605947"/>
                    <a:pt x="1476121" y="5634821"/>
                    <a:pt x="1498980" y="5662148"/>
                  </a:cubicBezTo>
                  <a:cubicBezTo>
                    <a:pt x="1676323" y="5880038"/>
                    <a:pt x="1866158" y="6087441"/>
                    <a:pt x="2067548" y="6283312"/>
                  </a:cubicBezTo>
                  <a:cubicBezTo>
                    <a:pt x="2166203" y="6379907"/>
                    <a:pt x="2266974" y="6473064"/>
                    <a:pt x="2369879" y="6562782"/>
                  </a:cubicBezTo>
                  <a:cubicBezTo>
                    <a:pt x="2473005" y="6652331"/>
                    <a:pt x="2577677" y="6738957"/>
                    <a:pt x="2686645" y="6820598"/>
                  </a:cubicBezTo>
                  <a:lnTo>
                    <a:pt x="2738907" y="6857999"/>
                  </a:lnTo>
                  <a:lnTo>
                    <a:pt x="1731787" y="6857999"/>
                  </a:lnTo>
                  <a:lnTo>
                    <a:pt x="1607949" y="6732770"/>
                  </a:lnTo>
                  <a:cubicBezTo>
                    <a:pt x="1501232" y="6617903"/>
                    <a:pt x="1401421" y="6496799"/>
                    <a:pt x="1309057" y="6370109"/>
                  </a:cubicBezTo>
                  <a:cubicBezTo>
                    <a:pt x="1217103" y="6244469"/>
                    <a:pt x="1129618" y="6116590"/>
                    <a:pt x="1048147" y="5986138"/>
                  </a:cubicBezTo>
                  <a:cubicBezTo>
                    <a:pt x="1027179" y="5953825"/>
                    <a:pt x="1007414" y="5920996"/>
                    <a:pt x="987131" y="5888512"/>
                  </a:cubicBezTo>
                  <a:lnTo>
                    <a:pt x="928866" y="5793463"/>
                  </a:lnTo>
                  <a:cubicBezTo>
                    <a:pt x="891568" y="5732276"/>
                    <a:pt x="852725" y="5671260"/>
                    <a:pt x="813708" y="5609556"/>
                  </a:cubicBezTo>
                  <a:lnTo>
                    <a:pt x="574972" y="5231598"/>
                  </a:lnTo>
                  <a:cubicBezTo>
                    <a:pt x="495221" y="5103551"/>
                    <a:pt x="416158" y="4971549"/>
                    <a:pt x="342424" y="4834048"/>
                  </a:cubicBezTo>
                  <a:cubicBezTo>
                    <a:pt x="305641" y="4765298"/>
                    <a:pt x="270236" y="4695343"/>
                    <a:pt x="237579" y="4623500"/>
                  </a:cubicBezTo>
                  <a:cubicBezTo>
                    <a:pt x="204922" y="4551655"/>
                    <a:pt x="175187" y="4478607"/>
                    <a:pt x="148373" y="4404356"/>
                  </a:cubicBezTo>
                  <a:cubicBezTo>
                    <a:pt x="121561" y="4330107"/>
                    <a:pt x="99046" y="4252934"/>
                    <a:pt x="79623" y="4175762"/>
                  </a:cubicBezTo>
                  <a:cubicBezTo>
                    <a:pt x="70514" y="4136916"/>
                    <a:pt x="61577" y="4098245"/>
                    <a:pt x="54185" y="4059229"/>
                  </a:cubicBezTo>
                  <a:lnTo>
                    <a:pt x="43013" y="4000790"/>
                  </a:lnTo>
                  <a:lnTo>
                    <a:pt x="33734" y="3942180"/>
                  </a:lnTo>
                  <a:cubicBezTo>
                    <a:pt x="10461" y="3786581"/>
                    <a:pt x="-801" y="3629416"/>
                    <a:pt x="45" y="3472097"/>
                  </a:cubicBezTo>
                  <a:cubicBezTo>
                    <a:pt x="863" y="3164748"/>
                    <a:pt x="32824" y="2858275"/>
                    <a:pt x="95436" y="2557372"/>
                  </a:cubicBezTo>
                  <a:cubicBezTo>
                    <a:pt x="157549" y="2255281"/>
                    <a:pt x="253728" y="1961216"/>
                    <a:pt x="382126" y="1680799"/>
                  </a:cubicBezTo>
                  <a:cubicBezTo>
                    <a:pt x="639940" y="1120482"/>
                    <a:pt x="1015492" y="619117"/>
                    <a:pt x="1457043" y="192176"/>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Freeform: Shape 33">
              <a:extLst>
                <a:ext uri="{FF2B5EF4-FFF2-40B4-BE49-F238E27FC236}">
                  <a16:creationId xmlns:a16="http://schemas.microsoft.com/office/drawing/2014/main" id="{A77FC097-E4F2-4A45-82E8-3808FA553C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0650" y="-5799"/>
              <a:ext cx="7291350" cy="6858000"/>
            </a:xfrm>
            <a:custGeom>
              <a:avLst/>
              <a:gdLst>
                <a:gd name="connsiteX0" fmla="*/ 7291350 w 7291350"/>
                <a:gd name="connsiteY0" fmla="*/ 5718699 h 6858000"/>
                <a:gd name="connsiteX1" fmla="*/ 7291350 w 7291350"/>
                <a:gd name="connsiteY1" fmla="*/ 6806115 h 6858000"/>
                <a:gd name="connsiteX2" fmla="*/ 7224124 w 7291350"/>
                <a:gd name="connsiteY2" fmla="*/ 6858000 h 6858000"/>
                <a:gd name="connsiteX3" fmla="*/ 5607142 w 7291350"/>
                <a:gd name="connsiteY3" fmla="*/ 6858000 h 6858000"/>
                <a:gd name="connsiteX4" fmla="*/ 5736072 w 7291350"/>
                <a:gd name="connsiteY4" fmla="*/ 6801170 h 6858000"/>
                <a:gd name="connsiteX5" fmla="*/ 6949826 w 7291350"/>
                <a:gd name="connsiteY5" fmla="*/ 5983707 h 6858000"/>
                <a:gd name="connsiteX6" fmla="*/ 7220703 w 7291350"/>
                <a:gd name="connsiteY6" fmla="*/ 5773675 h 6858000"/>
                <a:gd name="connsiteX7" fmla="*/ 7218419 w 7291350"/>
                <a:gd name="connsiteY7" fmla="*/ 0 h 6858000"/>
                <a:gd name="connsiteX8" fmla="*/ 7291350 w 7291350"/>
                <a:gd name="connsiteY8" fmla="*/ 0 h 6858000"/>
                <a:gd name="connsiteX9" fmla="*/ 7291350 w 7291350"/>
                <a:gd name="connsiteY9" fmla="*/ 50138 h 6858000"/>
                <a:gd name="connsiteX10" fmla="*/ 1797607 w 7291350"/>
                <a:gd name="connsiteY10" fmla="*/ 0 h 6858000"/>
                <a:gd name="connsiteX11" fmla="*/ 3385676 w 7291350"/>
                <a:gd name="connsiteY11" fmla="*/ 0 h 6858000"/>
                <a:gd name="connsiteX12" fmla="*/ 3360567 w 7291350"/>
                <a:gd name="connsiteY12" fmla="*/ 11552 h 6858000"/>
                <a:gd name="connsiteX13" fmla="*/ 2267395 w 7291350"/>
                <a:gd name="connsiteY13" fmla="*/ 725831 h 6858000"/>
                <a:gd name="connsiteX14" fmla="*/ 1234074 w 7291350"/>
                <a:gd name="connsiteY14" fmla="*/ 2007171 h 6858000"/>
                <a:gd name="connsiteX15" fmla="*/ 859383 w 7291350"/>
                <a:gd name="connsiteY15" fmla="*/ 3498372 h 6858000"/>
                <a:gd name="connsiteX16" fmla="*/ 1479513 w 7291350"/>
                <a:gd name="connsiteY16" fmla="*/ 4883182 h 6858000"/>
                <a:gd name="connsiteX17" fmla="*/ 1791985 w 7291350"/>
                <a:gd name="connsiteY17" fmla="*/ 5322671 h 6858000"/>
                <a:gd name="connsiteX18" fmla="*/ 3397295 w 7291350"/>
                <a:gd name="connsiteY18" fmla="*/ 6784567 h 6858000"/>
                <a:gd name="connsiteX19" fmla="*/ 3590446 w 7291350"/>
                <a:gd name="connsiteY19" fmla="*/ 6858000 h 6858000"/>
                <a:gd name="connsiteX20" fmla="*/ 1970757 w 7291350"/>
                <a:gd name="connsiteY20" fmla="*/ 6858000 h 6858000"/>
                <a:gd name="connsiteX21" fmla="*/ 1735872 w 7291350"/>
                <a:gd name="connsiteY21" fmla="*/ 6627685 h 6858000"/>
                <a:gd name="connsiteX22" fmla="*/ 1080932 w 7291350"/>
                <a:gd name="connsiteY22" fmla="*/ 5805127 h 6858000"/>
                <a:gd name="connsiteX23" fmla="*/ 0 w 7291350"/>
                <a:gd name="connsiteY23" fmla="*/ 3498372 h 6858000"/>
                <a:gd name="connsiteX24" fmla="*/ 1708174 w 7291350"/>
                <a:gd name="connsiteY24" fmla="*/ 7330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291350" h="6858000">
                  <a:moveTo>
                    <a:pt x="7291350" y="5718699"/>
                  </a:moveTo>
                  <a:lnTo>
                    <a:pt x="7291350" y="6806115"/>
                  </a:lnTo>
                  <a:lnTo>
                    <a:pt x="7224124" y="6858000"/>
                  </a:lnTo>
                  <a:lnTo>
                    <a:pt x="5607142" y="6858000"/>
                  </a:lnTo>
                  <a:lnTo>
                    <a:pt x="5736072" y="6801170"/>
                  </a:lnTo>
                  <a:cubicBezTo>
                    <a:pt x="6122313" y="6616106"/>
                    <a:pt x="6503069" y="6332805"/>
                    <a:pt x="6949826" y="5983707"/>
                  </a:cubicBezTo>
                  <a:cubicBezTo>
                    <a:pt x="7041094" y="5912378"/>
                    <a:pt x="7132358" y="5842426"/>
                    <a:pt x="7220703" y="5773675"/>
                  </a:cubicBezTo>
                  <a:close/>
                  <a:moveTo>
                    <a:pt x="7218419" y="0"/>
                  </a:moveTo>
                  <a:lnTo>
                    <a:pt x="7291350" y="0"/>
                  </a:lnTo>
                  <a:lnTo>
                    <a:pt x="7291350" y="50138"/>
                  </a:lnTo>
                  <a:close/>
                  <a:moveTo>
                    <a:pt x="1797607" y="0"/>
                  </a:moveTo>
                  <a:lnTo>
                    <a:pt x="3385676" y="0"/>
                  </a:lnTo>
                  <a:lnTo>
                    <a:pt x="3360567" y="11552"/>
                  </a:lnTo>
                  <a:cubicBezTo>
                    <a:pt x="2968013" y="202286"/>
                    <a:pt x="2600620" y="442170"/>
                    <a:pt x="2267395" y="725831"/>
                  </a:cubicBezTo>
                  <a:cubicBezTo>
                    <a:pt x="1824986" y="1104820"/>
                    <a:pt x="1477279" y="1536057"/>
                    <a:pt x="1234074" y="2007171"/>
                  </a:cubicBezTo>
                  <a:cubicBezTo>
                    <a:pt x="985368" y="2488770"/>
                    <a:pt x="859383" y="2990476"/>
                    <a:pt x="859383" y="3498372"/>
                  </a:cubicBezTo>
                  <a:cubicBezTo>
                    <a:pt x="859383" y="4010222"/>
                    <a:pt x="1060651" y="4308942"/>
                    <a:pt x="1479513" y="4883182"/>
                  </a:cubicBezTo>
                  <a:cubicBezTo>
                    <a:pt x="1580577" y="5021714"/>
                    <a:pt x="1685078" y="5164888"/>
                    <a:pt x="1791985" y="5322671"/>
                  </a:cubicBezTo>
                  <a:cubicBezTo>
                    <a:pt x="2283419" y="6046950"/>
                    <a:pt x="2796809" y="6521439"/>
                    <a:pt x="3397295" y="6784567"/>
                  </a:cubicBezTo>
                  <a:lnTo>
                    <a:pt x="3590446" y="6858000"/>
                  </a:lnTo>
                  <a:lnTo>
                    <a:pt x="1970757" y="6858000"/>
                  </a:lnTo>
                  <a:lnTo>
                    <a:pt x="1735872" y="6627685"/>
                  </a:lnTo>
                  <a:cubicBezTo>
                    <a:pt x="1502484" y="6382823"/>
                    <a:pt x="1285774" y="6107254"/>
                    <a:pt x="1080932" y="5805127"/>
                  </a:cubicBezTo>
                  <a:cubicBezTo>
                    <a:pt x="556365" y="5032027"/>
                    <a:pt x="0" y="4501616"/>
                    <a:pt x="0" y="3498372"/>
                  </a:cubicBezTo>
                  <a:cubicBezTo>
                    <a:pt x="0" y="2160829"/>
                    <a:pt x="685186" y="949872"/>
                    <a:pt x="1708174" y="7330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Shape 34">
              <a:extLst>
                <a:ext uri="{FF2B5EF4-FFF2-40B4-BE49-F238E27FC236}">
                  <a16:creationId xmlns:a16="http://schemas.microsoft.com/office/drawing/2014/main" id="{D0DF88B0-FA8A-47F5-8EAC-1880B1A51B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22894" y="-5799"/>
              <a:ext cx="7269107" cy="6858000"/>
            </a:xfrm>
            <a:custGeom>
              <a:avLst/>
              <a:gdLst>
                <a:gd name="connsiteX0" fmla="*/ 7269107 w 7269107"/>
                <a:gd name="connsiteY0" fmla="*/ 5518449 h 6858000"/>
                <a:gd name="connsiteX1" fmla="*/ 7269107 w 7269107"/>
                <a:gd name="connsiteY1" fmla="*/ 6823281 h 6858000"/>
                <a:gd name="connsiteX2" fmla="*/ 7224122 w 7269107"/>
                <a:gd name="connsiteY2" fmla="*/ 6858000 h 6858000"/>
                <a:gd name="connsiteX3" fmla="*/ 4927054 w 7269107"/>
                <a:gd name="connsiteY3" fmla="*/ 6858000 h 6858000"/>
                <a:gd name="connsiteX4" fmla="*/ 4982167 w 7269107"/>
                <a:gd name="connsiteY4" fmla="*/ 6852876 h 6858000"/>
                <a:gd name="connsiteX5" fmla="*/ 5743768 w 7269107"/>
                <a:gd name="connsiteY5" fmla="*/ 6606245 h 6858000"/>
                <a:gd name="connsiteX6" fmla="*/ 6843778 w 7269107"/>
                <a:gd name="connsiteY6" fmla="*/ 5848440 h 6858000"/>
                <a:gd name="connsiteX7" fmla="*/ 7115515 w 7269107"/>
                <a:gd name="connsiteY7" fmla="*/ 5637891 h 6858000"/>
                <a:gd name="connsiteX8" fmla="*/ 6870111 w 7269107"/>
                <a:gd name="connsiteY8" fmla="*/ 0 h 6858000"/>
                <a:gd name="connsiteX9" fmla="*/ 7269107 w 7269107"/>
                <a:gd name="connsiteY9" fmla="*/ 0 h 6858000"/>
                <a:gd name="connsiteX10" fmla="*/ 7269107 w 7269107"/>
                <a:gd name="connsiteY10" fmla="*/ 243137 h 6858000"/>
                <a:gd name="connsiteX11" fmla="*/ 7089989 w 7269107"/>
                <a:gd name="connsiteY11" fmla="*/ 119955 h 6858000"/>
                <a:gd name="connsiteX12" fmla="*/ 6952948 w 7269107"/>
                <a:gd name="connsiteY12" fmla="*/ 41521 h 6858000"/>
                <a:gd name="connsiteX13" fmla="*/ 1797606 w 7269107"/>
                <a:gd name="connsiteY13" fmla="*/ 0 h 6858000"/>
                <a:gd name="connsiteX14" fmla="*/ 3815328 w 7269107"/>
                <a:gd name="connsiteY14" fmla="*/ 0 h 6858000"/>
                <a:gd name="connsiteX15" fmla="*/ 3627371 w 7269107"/>
                <a:gd name="connsiteY15" fmla="*/ 77142 h 6858000"/>
                <a:gd name="connsiteX16" fmla="*/ 2379115 w 7269107"/>
                <a:gd name="connsiteY16" fmla="*/ 856285 h 6858000"/>
                <a:gd name="connsiteX17" fmla="*/ 1386699 w 7269107"/>
                <a:gd name="connsiteY17" fmla="*/ 2086062 h 6858000"/>
                <a:gd name="connsiteX18" fmla="*/ 1031258 w 7269107"/>
                <a:gd name="connsiteY18" fmla="*/ 3498372 h 6858000"/>
                <a:gd name="connsiteX19" fmla="*/ 1618904 w 7269107"/>
                <a:gd name="connsiteY19" fmla="*/ 4781604 h 6858000"/>
                <a:gd name="connsiteX20" fmla="*/ 1934812 w 7269107"/>
                <a:gd name="connsiteY20" fmla="*/ 5225904 h 6858000"/>
                <a:gd name="connsiteX21" fmla="*/ 3140010 w 7269107"/>
                <a:gd name="connsiteY21" fmla="*/ 6456196 h 6858000"/>
                <a:gd name="connsiteX22" fmla="*/ 4281662 w 7269107"/>
                <a:gd name="connsiteY22" fmla="*/ 6843305 h 6858000"/>
                <a:gd name="connsiteX23" fmla="*/ 4449058 w 7269107"/>
                <a:gd name="connsiteY23" fmla="*/ 6858000 h 6858000"/>
                <a:gd name="connsiteX24" fmla="*/ 1970756 w 7269107"/>
                <a:gd name="connsiteY24" fmla="*/ 6858000 h 6858000"/>
                <a:gd name="connsiteX25" fmla="*/ 1735871 w 7269107"/>
                <a:gd name="connsiteY25" fmla="*/ 6627685 h 6858000"/>
                <a:gd name="connsiteX26" fmla="*/ 1080930 w 7269107"/>
                <a:gd name="connsiteY26" fmla="*/ 5805127 h 6858000"/>
                <a:gd name="connsiteX27" fmla="*/ 0 w 7269107"/>
                <a:gd name="connsiteY27" fmla="*/ 3498372 h 6858000"/>
                <a:gd name="connsiteX28" fmla="*/ 1708172 w 7269107"/>
                <a:gd name="connsiteY28" fmla="*/ 7330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269107" h="6858000">
                  <a:moveTo>
                    <a:pt x="7269107" y="5518449"/>
                  </a:moveTo>
                  <a:lnTo>
                    <a:pt x="7269107" y="6823281"/>
                  </a:lnTo>
                  <a:lnTo>
                    <a:pt x="7224122" y="6858000"/>
                  </a:lnTo>
                  <a:lnTo>
                    <a:pt x="4927054" y="6858000"/>
                  </a:lnTo>
                  <a:lnTo>
                    <a:pt x="4982167" y="6852876"/>
                  </a:lnTo>
                  <a:cubicBezTo>
                    <a:pt x="5236517" y="6821036"/>
                    <a:pt x="5483373" y="6740566"/>
                    <a:pt x="5743768" y="6606245"/>
                  </a:cubicBezTo>
                  <a:cubicBezTo>
                    <a:pt x="6099551" y="6422337"/>
                    <a:pt x="6452586" y="6154209"/>
                    <a:pt x="6843778" y="5848440"/>
                  </a:cubicBezTo>
                  <a:cubicBezTo>
                    <a:pt x="6935559" y="5776768"/>
                    <a:pt x="7026997" y="5706642"/>
                    <a:pt x="7115515" y="5637891"/>
                  </a:cubicBezTo>
                  <a:close/>
                  <a:moveTo>
                    <a:pt x="6870111" y="0"/>
                  </a:moveTo>
                  <a:lnTo>
                    <a:pt x="7269107" y="0"/>
                  </a:lnTo>
                  <a:lnTo>
                    <a:pt x="7269107" y="243137"/>
                  </a:lnTo>
                  <a:lnTo>
                    <a:pt x="7089989" y="119955"/>
                  </a:lnTo>
                  <a:cubicBezTo>
                    <a:pt x="7045081" y="92581"/>
                    <a:pt x="6999384" y="66425"/>
                    <a:pt x="6952948" y="41521"/>
                  </a:cubicBezTo>
                  <a:close/>
                  <a:moveTo>
                    <a:pt x="1797606" y="0"/>
                  </a:moveTo>
                  <a:lnTo>
                    <a:pt x="3815328" y="0"/>
                  </a:lnTo>
                  <a:lnTo>
                    <a:pt x="3627371" y="77142"/>
                  </a:lnTo>
                  <a:cubicBezTo>
                    <a:pt x="3175548" y="273822"/>
                    <a:pt x="2754868" y="536281"/>
                    <a:pt x="2379115" y="856285"/>
                  </a:cubicBezTo>
                  <a:cubicBezTo>
                    <a:pt x="1959736" y="1215679"/>
                    <a:pt x="1616497" y="1640901"/>
                    <a:pt x="1386699" y="2086062"/>
                  </a:cubicBezTo>
                  <a:cubicBezTo>
                    <a:pt x="1151572" y="2543083"/>
                    <a:pt x="1031258" y="3018150"/>
                    <a:pt x="1031258" y="3498372"/>
                  </a:cubicBezTo>
                  <a:cubicBezTo>
                    <a:pt x="1031258" y="3957455"/>
                    <a:pt x="1211213" y="4223692"/>
                    <a:pt x="1618904" y="4781604"/>
                  </a:cubicBezTo>
                  <a:cubicBezTo>
                    <a:pt x="1720826" y="4921339"/>
                    <a:pt x="1826186" y="5065887"/>
                    <a:pt x="1934812" y="5225904"/>
                  </a:cubicBezTo>
                  <a:cubicBezTo>
                    <a:pt x="2318957" y="5792064"/>
                    <a:pt x="2713069" y="6194600"/>
                    <a:pt x="3140010" y="6456196"/>
                  </a:cubicBezTo>
                  <a:cubicBezTo>
                    <a:pt x="3479423" y="6664512"/>
                    <a:pt x="3855769" y="6792387"/>
                    <a:pt x="4281662" y="6843305"/>
                  </a:cubicBezTo>
                  <a:lnTo>
                    <a:pt x="4449058" y="6858000"/>
                  </a:lnTo>
                  <a:lnTo>
                    <a:pt x="1970756" y="6858000"/>
                  </a:lnTo>
                  <a:lnTo>
                    <a:pt x="1735871" y="6627685"/>
                  </a:lnTo>
                  <a:cubicBezTo>
                    <a:pt x="1502482" y="6382823"/>
                    <a:pt x="1285773" y="6107254"/>
                    <a:pt x="1080930" y="5805127"/>
                  </a:cubicBezTo>
                  <a:cubicBezTo>
                    <a:pt x="556364" y="5032027"/>
                    <a:pt x="0" y="4501616"/>
                    <a:pt x="0" y="3498372"/>
                  </a:cubicBezTo>
                  <a:cubicBezTo>
                    <a:pt x="0" y="2160829"/>
                    <a:pt x="685185" y="949872"/>
                    <a:pt x="1708172" y="73302"/>
                  </a:cubicBezTo>
                  <a:close/>
                </a:path>
              </a:pathLst>
            </a:custGeom>
            <a:gradFill>
              <a:gsLst>
                <a:gs pos="2000">
                  <a:schemeClr val="bg1">
                    <a:alpha val="10000"/>
                  </a:schemeClr>
                </a:gs>
                <a:gs pos="5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 name="Content Placeholder 2">
            <a:extLst>
              <a:ext uri="{FF2B5EF4-FFF2-40B4-BE49-F238E27FC236}">
                <a16:creationId xmlns:a16="http://schemas.microsoft.com/office/drawing/2014/main" id="{752A94B0-AA31-2978-F9AB-8C675661CCF6}"/>
              </a:ext>
            </a:extLst>
          </p:cNvPr>
          <p:cNvSpPr>
            <a:spLocks noGrp="1"/>
          </p:cNvSpPr>
          <p:nvPr>
            <p:ph idx="1"/>
          </p:nvPr>
        </p:nvSpPr>
        <p:spPr>
          <a:xfrm>
            <a:off x="6632812" y="1032987"/>
            <a:ext cx="4919108" cy="4792027"/>
          </a:xfrm>
        </p:spPr>
        <p:txBody>
          <a:bodyPr anchor="ctr">
            <a:normAutofit/>
          </a:bodyPr>
          <a:lstStyle/>
          <a:p>
            <a:r>
              <a:rPr lang="en-US" sz="2000">
                <a:solidFill>
                  <a:schemeClr val="tx2"/>
                </a:solidFill>
              </a:rPr>
              <a:t>To analyze the overall patterns of AI tool usage among Indian college students.</a:t>
            </a:r>
          </a:p>
          <a:p>
            <a:r>
              <a:rPr lang="en-US" sz="2000">
                <a:solidFill>
                  <a:schemeClr val="tx2"/>
                </a:solidFill>
              </a:rPr>
              <a:t>To examine the differences in AI usage across various academic streams.</a:t>
            </a:r>
          </a:p>
          <a:p>
            <a:r>
              <a:rPr lang="en-US" sz="2000">
                <a:solidFill>
                  <a:schemeClr val="tx2"/>
                </a:solidFill>
              </a:rPr>
              <a:t>To study the variation in AI adoption among students from different states in India.</a:t>
            </a:r>
          </a:p>
          <a:p>
            <a:r>
              <a:rPr lang="en-US" sz="2000">
                <a:solidFill>
                  <a:schemeClr val="tx2"/>
                </a:solidFill>
              </a:rPr>
              <a:t>To identify the reasons for lower AI tool usage in certain streams and regions.</a:t>
            </a:r>
          </a:p>
          <a:p>
            <a:r>
              <a:rPr lang="en-US" sz="2000">
                <a:solidFill>
                  <a:schemeClr val="tx2"/>
                </a:solidFill>
              </a:rPr>
              <a:t> To evaluate the impact of AI tool usage on the academic outcomes of the students.</a:t>
            </a:r>
            <a:endParaRPr lang="en-IN" sz="2000">
              <a:solidFill>
                <a:schemeClr val="tx2"/>
              </a:solidFill>
            </a:endParaRPr>
          </a:p>
        </p:txBody>
      </p:sp>
    </p:spTree>
    <p:extLst>
      <p:ext uri="{BB962C8B-B14F-4D97-AF65-F5344CB8AC3E}">
        <p14:creationId xmlns:p14="http://schemas.microsoft.com/office/powerpoint/2010/main" val="11084518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8" name="Rectangle 27">
            <a:extLst>
              <a:ext uri="{FF2B5EF4-FFF2-40B4-BE49-F238E27FC236}">
                <a16:creationId xmlns:a16="http://schemas.microsoft.com/office/drawing/2014/main" id="{889C5E17-24D0-4696-A3C5-A2261FB455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6929B58F-2358-44CC-ACE5-EF1BD3C6C8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le 1">
            <a:extLst>
              <a:ext uri="{FF2B5EF4-FFF2-40B4-BE49-F238E27FC236}">
                <a16:creationId xmlns:a16="http://schemas.microsoft.com/office/drawing/2014/main" id="{8BB97C43-69C7-96AB-2050-A95C237F8FB5}"/>
              </a:ext>
            </a:extLst>
          </p:cNvPr>
          <p:cNvSpPr>
            <a:spLocks noGrp="1"/>
          </p:cNvSpPr>
          <p:nvPr>
            <p:ph type="title"/>
          </p:nvPr>
        </p:nvSpPr>
        <p:spPr>
          <a:xfrm>
            <a:off x="804672" y="1243013"/>
            <a:ext cx="3855720" cy="4371974"/>
          </a:xfrm>
        </p:spPr>
        <p:txBody>
          <a:bodyPr>
            <a:normAutofit/>
          </a:bodyPr>
          <a:lstStyle/>
          <a:p>
            <a:r>
              <a:rPr lang="en-IN" sz="3600">
                <a:solidFill>
                  <a:schemeClr val="tx2"/>
                </a:solidFill>
              </a:rPr>
              <a:t>KEY INSIGHTS</a:t>
            </a:r>
          </a:p>
        </p:txBody>
      </p:sp>
      <p:grpSp>
        <p:nvGrpSpPr>
          <p:cNvPr id="32" name="Group 31">
            <a:extLst>
              <a:ext uri="{FF2B5EF4-FFF2-40B4-BE49-F238E27FC236}">
                <a16:creationId xmlns:a16="http://schemas.microsoft.com/office/drawing/2014/main" id="{09DA5303-A1AF-4830-806C-51FCD96188B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897348" y="5285"/>
            <a:ext cx="7294653" cy="6858000"/>
            <a:chOff x="4897348" y="-5799"/>
            <a:chExt cx="7294653" cy="6858000"/>
          </a:xfrm>
        </p:grpSpPr>
        <p:sp>
          <p:nvSpPr>
            <p:cNvPr id="33" name="Freeform: Shape 32">
              <a:extLst>
                <a:ext uri="{FF2B5EF4-FFF2-40B4-BE49-F238E27FC236}">
                  <a16:creationId xmlns:a16="http://schemas.microsoft.com/office/drawing/2014/main" id="{4FAAA8C8-4EB7-45F1-BF24-3EF0F4DC44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897348" y="-5798"/>
              <a:ext cx="7294652" cy="6857999"/>
            </a:xfrm>
            <a:custGeom>
              <a:avLst/>
              <a:gdLst>
                <a:gd name="connsiteX0" fmla="*/ 7294652 w 7294652"/>
                <a:gd name="connsiteY0" fmla="*/ 6063030 h 6857999"/>
                <a:gd name="connsiteX1" fmla="*/ 7294652 w 7294652"/>
                <a:gd name="connsiteY1" fmla="*/ 6857999 h 6857999"/>
                <a:gd name="connsiteX2" fmla="*/ 6248575 w 7294652"/>
                <a:gd name="connsiteY2" fmla="*/ 6857999 h 6857999"/>
                <a:gd name="connsiteX3" fmla="*/ 6477898 w 7294652"/>
                <a:gd name="connsiteY3" fmla="*/ 6700973 h 6857999"/>
                <a:gd name="connsiteX4" fmla="*/ 6647884 w 7294652"/>
                <a:gd name="connsiteY4" fmla="*/ 6572752 h 6857999"/>
                <a:gd name="connsiteX5" fmla="*/ 6817698 w 7294652"/>
                <a:gd name="connsiteY5" fmla="*/ 6440235 h 6857999"/>
                <a:gd name="connsiteX6" fmla="*/ 7161451 w 7294652"/>
                <a:gd name="connsiteY6" fmla="*/ 6165232 h 6857999"/>
                <a:gd name="connsiteX7" fmla="*/ 1673436 w 7294652"/>
                <a:gd name="connsiteY7" fmla="*/ 0 h 6857999"/>
                <a:gd name="connsiteX8" fmla="*/ 2394951 w 7294652"/>
                <a:gd name="connsiteY8" fmla="*/ 0 h 6857999"/>
                <a:gd name="connsiteX9" fmla="*/ 2244659 w 7294652"/>
                <a:gd name="connsiteY9" fmla="*/ 100763 h 6857999"/>
                <a:gd name="connsiteX10" fmla="*/ 1743903 w 7294652"/>
                <a:gd name="connsiteY10" fmla="*/ 498975 h 6857999"/>
                <a:gd name="connsiteX11" fmla="*/ 1163821 w 7294652"/>
                <a:gd name="connsiteY11" fmla="*/ 1121514 h 6857999"/>
                <a:gd name="connsiteX12" fmla="*/ 704911 w 7294652"/>
                <a:gd name="connsiteY12" fmla="*/ 1837036 h 6857999"/>
                <a:gd name="connsiteX13" fmla="*/ 393472 w 7294652"/>
                <a:gd name="connsiteY13" fmla="*/ 2627669 h 6857999"/>
                <a:gd name="connsiteX14" fmla="*/ 280032 w 7294652"/>
                <a:gd name="connsiteY14" fmla="*/ 3472097 h 6857999"/>
                <a:gd name="connsiteX15" fmla="*/ 327813 w 7294652"/>
                <a:gd name="connsiteY15" fmla="*/ 3884602 h 6857999"/>
                <a:gd name="connsiteX16" fmla="*/ 469096 w 7294652"/>
                <a:gd name="connsiteY16" fmla="*/ 4270809 h 6857999"/>
                <a:gd name="connsiteX17" fmla="*/ 567581 w 7294652"/>
                <a:gd name="connsiteY17" fmla="*/ 4452482 h 6857999"/>
                <a:gd name="connsiteX18" fmla="*/ 680677 w 7294652"/>
                <a:gd name="connsiteY18" fmla="*/ 4628484 h 6857999"/>
                <a:gd name="connsiteX19" fmla="*/ 941928 w 7294652"/>
                <a:gd name="connsiteY19" fmla="*/ 4968628 h 6857999"/>
                <a:gd name="connsiteX20" fmla="*/ 1224665 w 7294652"/>
                <a:gd name="connsiteY20" fmla="*/ 5311349 h 6857999"/>
                <a:gd name="connsiteX21" fmla="*/ 1365259 w 7294652"/>
                <a:gd name="connsiteY21" fmla="*/ 5490273 h 6857999"/>
                <a:gd name="connsiteX22" fmla="*/ 1432808 w 7294652"/>
                <a:gd name="connsiteY22" fmla="*/ 5577931 h 6857999"/>
                <a:gd name="connsiteX23" fmla="*/ 1498980 w 7294652"/>
                <a:gd name="connsiteY23" fmla="*/ 5662148 h 6857999"/>
                <a:gd name="connsiteX24" fmla="*/ 2067548 w 7294652"/>
                <a:gd name="connsiteY24" fmla="*/ 6283312 h 6857999"/>
                <a:gd name="connsiteX25" fmla="*/ 2369879 w 7294652"/>
                <a:gd name="connsiteY25" fmla="*/ 6562782 h 6857999"/>
                <a:gd name="connsiteX26" fmla="*/ 2686645 w 7294652"/>
                <a:gd name="connsiteY26" fmla="*/ 6820598 h 6857999"/>
                <a:gd name="connsiteX27" fmla="*/ 2738907 w 7294652"/>
                <a:gd name="connsiteY27" fmla="*/ 6857999 h 6857999"/>
                <a:gd name="connsiteX28" fmla="*/ 1731787 w 7294652"/>
                <a:gd name="connsiteY28" fmla="*/ 6857999 h 6857999"/>
                <a:gd name="connsiteX29" fmla="*/ 1607949 w 7294652"/>
                <a:gd name="connsiteY29" fmla="*/ 6732770 h 6857999"/>
                <a:gd name="connsiteX30" fmla="*/ 1309057 w 7294652"/>
                <a:gd name="connsiteY30" fmla="*/ 6370109 h 6857999"/>
                <a:gd name="connsiteX31" fmla="*/ 1048147 w 7294652"/>
                <a:gd name="connsiteY31" fmla="*/ 5986138 h 6857999"/>
                <a:gd name="connsiteX32" fmla="*/ 987131 w 7294652"/>
                <a:gd name="connsiteY32" fmla="*/ 5888512 h 6857999"/>
                <a:gd name="connsiteX33" fmla="*/ 928866 w 7294652"/>
                <a:gd name="connsiteY33" fmla="*/ 5793463 h 6857999"/>
                <a:gd name="connsiteX34" fmla="*/ 813708 w 7294652"/>
                <a:gd name="connsiteY34" fmla="*/ 5609556 h 6857999"/>
                <a:gd name="connsiteX35" fmla="*/ 574972 w 7294652"/>
                <a:gd name="connsiteY35" fmla="*/ 5231598 h 6857999"/>
                <a:gd name="connsiteX36" fmla="*/ 342424 w 7294652"/>
                <a:gd name="connsiteY36" fmla="*/ 4834048 h 6857999"/>
                <a:gd name="connsiteX37" fmla="*/ 237579 w 7294652"/>
                <a:gd name="connsiteY37" fmla="*/ 4623500 h 6857999"/>
                <a:gd name="connsiteX38" fmla="*/ 148373 w 7294652"/>
                <a:gd name="connsiteY38" fmla="*/ 4404356 h 6857999"/>
                <a:gd name="connsiteX39" fmla="*/ 79623 w 7294652"/>
                <a:gd name="connsiteY39" fmla="*/ 4175762 h 6857999"/>
                <a:gd name="connsiteX40" fmla="*/ 54185 w 7294652"/>
                <a:gd name="connsiteY40" fmla="*/ 4059229 h 6857999"/>
                <a:gd name="connsiteX41" fmla="*/ 43013 w 7294652"/>
                <a:gd name="connsiteY41" fmla="*/ 4000790 h 6857999"/>
                <a:gd name="connsiteX42" fmla="*/ 33734 w 7294652"/>
                <a:gd name="connsiteY42" fmla="*/ 3942180 h 6857999"/>
                <a:gd name="connsiteX43" fmla="*/ 45 w 7294652"/>
                <a:gd name="connsiteY43" fmla="*/ 3472097 h 6857999"/>
                <a:gd name="connsiteX44" fmla="*/ 95436 w 7294652"/>
                <a:gd name="connsiteY44" fmla="*/ 2557372 h 6857999"/>
                <a:gd name="connsiteX45" fmla="*/ 382126 w 7294652"/>
                <a:gd name="connsiteY45" fmla="*/ 1680799 h 6857999"/>
                <a:gd name="connsiteX46" fmla="*/ 1457043 w 7294652"/>
                <a:gd name="connsiteY46" fmla="*/ 19217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7294652" h="6857999">
                  <a:moveTo>
                    <a:pt x="7294652" y="6063030"/>
                  </a:moveTo>
                  <a:lnTo>
                    <a:pt x="7294652" y="6857999"/>
                  </a:lnTo>
                  <a:lnTo>
                    <a:pt x="6248575" y="6857999"/>
                  </a:lnTo>
                  <a:lnTo>
                    <a:pt x="6477898" y="6700973"/>
                  </a:lnTo>
                  <a:cubicBezTo>
                    <a:pt x="6534790" y="6659378"/>
                    <a:pt x="6591336" y="6616237"/>
                    <a:pt x="6647884" y="6572752"/>
                  </a:cubicBezTo>
                  <a:cubicBezTo>
                    <a:pt x="6704432" y="6529268"/>
                    <a:pt x="6761151" y="6485095"/>
                    <a:pt x="6817698" y="6440235"/>
                  </a:cubicBezTo>
                  <a:lnTo>
                    <a:pt x="7161451" y="6165232"/>
                  </a:lnTo>
                  <a:close/>
                  <a:moveTo>
                    <a:pt x="1673436" y="0"/>
                  </a:moveTo>
                  <a:lnTo>
                    <a:pt x="2394951" y="0"/>
                  </a:lnTo>
                  <a:lnTo>
                    <a:pt x="2244659" y="100763"/>
                  </a:lnTo>
                  <a:cubicBezTo>
                    <a:pt x="2071051" y="224086"/>
                    <a:pt x="1903860" y="356975"/>
                    <a:pt x="1743903" y="498975"/>
                  </a:cubicBezTo>
                  <a:cubicBezTo>
                    <a:pt x="1533218" y="689638"/>
                    <a:pt x="1339146" y="897902"/>
                    <a:pt x="1163821" y="1121514"/>
                  </a:cubicBezTo>
                  <a:cubicBezTo>
                    <a:pt x="988284" y="1344764"/>
                    <a:pt x="834608" y="1584376"/>
                    <a:pt x="704911" y="1837036"/>
                  </a:cubicBezTo>
                  <a:cubicBezTo>
                    <a:pt x="573950" y="2089059"/>
                    <a:pt x="469577" y="2354041"/>
                    <a:pt x="393472" y="2627669"/>
                  </a:cubicBezTo>
                  <a:cubicBezTo>
                    <a:pt x="318269" y="2902842"/>
                    <a:pt x="280119" y="3186833"/>
                    <a:pt x="280032" y="3472097"/>
                  </a:cubicBezTo>
                  <a:cubicBezTo>
                    <a:pt x="280349" y="3610956"/>
                    <a:pt x="296380" y="3749334"/>
                    <a:pt x="327813" y="3884602"/>
                  </a:cubicBezTo>
                  <a:cubicBezTo>
                    <a:pt x="360878" y="4018046"/>
                    <a:pt x="408244" y="4147540"/>
                    <a:pt x="469096" y="4270809"/>
                  </a:cubicBezTo>
                  <a:cubicBezTo>
                    <a:pt x="499175" y="4332511"/>
                    <a:pt x="532347" y="4393012"/>
                    <a:pt x="567581" y="4452482"/>
                  </a:cubicBezTo>
                  <a:cubicBezTo>
                    <a:pt x="602815" y="4511953"/>
                    <a:pt x="641144" y="4570562"/>
                    <a:pt x="680677" y="4628484"/>
                  </a:cubicBezTo>
                  <a:cubicBezTo>
                    <a:pt x="760771" y="4743985"/>
                    <a:pt x="849802" y="4856048"/>
                    <a:pt x="941928" y="4968628"/>
                  </a:cubicBezTo>
                  <a:cubicBezTo>
                    <a:pt x="1034055" y="5081206"/>
                    <a:pt x="1130994" y="5193958"/>
                    <a:pt x="1224665" y="5311349"/>
                  </a:cubicBezTo>
                  <a:cubicBezTo>
                    <a:pt x="1271987" y="5369787"/>
                    <a:pt x="1318853" y="5429429"/>
                    <a:pt x="1365259" y="5490273"/>
                  </a:cubicBezTo>
                  <a:lnTo>
                    <a:pt x="1432808" y="5577931"/>
                  </a:lnTo>
                  <a:cubicBezTo>
                    <a:pt x="1454979" y="5605947"/>
                    <a:pt x="1476121" y="5634821"/>
                    <a:pt x="1498980" y="5662148"/>
                  </a:cubicBezTo>
                  <a:cubicBezTo>
                    <a:pt x="1676323" y="5880038"/>
                    <a:pt x="1866158" y="6087441"/>
                    <a:pt x="2067548" y="6283312"/>
                  </a:cubicBezTo>
                  <a:cubicBezTo>
                    <a:pt x="2166203" y="6379907"/>
                    <a:pt x="2266974" y="6473064"/>
                    <a:pt x="2369879" y="6562782"/>
                  </a:cubicBezTo>
                  <a:cubicBezTo>
                    <a:pt x="2473005" y="6652331"/>
                    <a:pt x="2577677" y="6738957"/>
                    <a:pt x="2686645" y="6820598"/>
                  </a:cubicBezTo>
                  <a:lnTo>
                    <a:pt x="2738907" y="6857999"/>
                  </a:lnTo>
                  <a:lnTo>
                    <a:pt x="1731787" y="6857999"/>
                  </a:lnTo>
                  <a:lnTo>
                    <a:pt x="1607949" y="6732770"/>
                  </a:lnTo>
                  <a:cubicBezTo>
                    <a:pt x="1501232" y="6617903"/>
                    <a:pt x="1401421" y="6496799"/>
                    <a:pt x="1309057" y="6370109"/>
                  </a:cubicBezTo>
                  <a:cubicBezTo>
                    <a:pt x="1217103" y="6244469"/>
                    <a:pt x="1129618" y="6116590"/>
                    <a:pt x="1048147" y="5986138"/>
                  </a:cubicBezTo>
                  <a:cubicBezTo>
                    <a:pt x="1027179" y="5953825"/>
                    <a:pt x="1007414" y="5920996"/>
                    <a:pt x="987131" y="5888512"/>
                  </a:cubicBezTo>
                  <a:lnTo>
                    <a:pt x="928866" y="5793463"/>
                  </a:lnTo>
                  <a:cubicBezTo>
                    <a:pt x="891568" y="5732276"/>
                    <a:pt x="852725" y="5671260"/>
                    <a:pt x="813708" y="5609556"/>
                  </a:cubicBezTo>
                  <a:lnTo>
                    <a:pt x="574972" y="5231598"/>
                  </a:lnTo>
                  <a:cubicBezTo>
                    <a:pt x="495221" y="5103551"/>
                    <a:pt x="416158" y="4971549"/>
                    <a:pt x="342424" y="4834048"/>
                  </a:cubicBezTo>
                  <a:cubicBezTo>
                    <a:pt x="305641" y="4765298"/>
                    <a:pt x="270236" y="4695343"/>
                    <a:pt x="237579" y="4623500"/>
                  </a:cubicBezTo>
                  <a:cubicBezTo>
                    <a:pt x="204922" y="4551655"/>
                    <a:pt x="175187" y="4478607"/>
                    <a:pt x="148373" y="4404356"/>
                  </a:cubicBezTo>
                  <a:cubicBezTo>
                    <a:pt x="121561" y="4330107"/>
                    <a:pt x="99046" y="4252934"/>
                    <a:pt x="79623" y="4175762"/>
                  </a:cubicBezTo>
                  <a:cubicBezTo>
                    <a:pt x="70514" y="4136916"/>
                    <a:pt x="61577" y="4098245"/>
                    <a:pt x="54185" y="4059229"/>
                  </a:cubicBezTo>
                  <a:lnTo>
                    <a:pt x="43013" y="4000790"/>
                  </a:lnTo>
                  <a:lnTo>
                    <a:pt x="33734" y="3942180"/>
                  </a:lnTo>
                  <a:cubicBezTo>
                    <a:pt x="10461" y="3786581"/>
                    <a:pt x="-801" y="3629416"/>
                    <a:pt x="45" y="3472097"/>
                  </a:cubicBezTo>
                  <a:cubicBezTo>
                    <a:pt x="863" y="3164748"/>
                    <a:pt x="32824" y="2858275"/>
                    <a:pt x="95436" y="2557372"/>
                  </a:cubicBezTo>
                  <a:cubicBezTo>
                    <a:pt x="157549" y="2255281"/>
                    <a:pt x="253728" y="1961216"/>
                    <a:pt x="382126" y="1680799"/>
                  </a:cubicBezTo>
                  <a:cubicBezTo>
                    <a:pt x="639940" y="1120482"/>
                    <a:pt x="1015492" y="619117"/>
                    <a:pt x="1457043" y="192176"/>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Freeform: Shape 33">
              <a:extLst>
                <a:ext uri="{FF2B5EF4-FFF2-40B4-BE49-F238E27FC236}">
                  <a16:creationId xmlns:a16="http://schemas.microsoft.com/office/drawing/2014/main" id="{A77FC097-E4F2-4A45-82E8-3808FA553C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0650" y="-5799"/>
              <a:ext cx="7291350" cy="6858000"/>
            </a:xfrm>
            <a:custGeom>
              <a:avLst/>
              <a:gdLst>
                <a:gd name="connsiteX0" fmla="*/ 7291350 w 7291350"/>
                <a:gd name="connsiteY0" fmla="*/ 5718699 h 6858000"/>
                <a:gd name="connsiteX1" fmla="*/ 7291350 w 7291350"/>
                <a:gd name="connsiteY1" fmla="*/ 6806115 h 6858000"/>
                <a:gd name="connsiteX2" fmla="*/ 7224124 w 7291350"/>
                <a:gd name="connsiteY2" fmla="*/ 6858000 h 6858000"/>
                <a:gd name="connsiteX3" fmla="*/ 5607142 w 7291350"/>
                <a:gd name="connsiteY3" fmla="*/ 6858000 h 6858000"/>
                <a:gd name="connsiteX4" fmla="*/ 5736072 w 7291350"/>
                <a:gd name="connsiteY4" fmla="*/ 6801170 h 6858000"/>
                <a:gd name="connsiteX5" fmla="*/ 6949826 w 7291350"/>
                <a:gd name="connsiteY5" fmla="*/ 5983707 h 6858000"/>
                <a:gd name="connsiteX6" fmla="*/ 7220703 w 7291350"/>
                <a:gd name="connsiteY6" fmla="*/ 5773675 h 6858000"/>
                <a:gd name="connsiteX7" fmla="*/ 7218419 w 7291350"/>
                <a:gd name="connsiteY7" fmla="*/ 0 h 6858000"/>
                <a:gd name="connsiteX8" fmla="*/ 7291350 w 7291350"/>
                <a:gd name="connsiteY8" fmla="*/ 0 h 6858000"/>
                <a:gd name="connsiteX9" fmla="*/ 7291350 w 7291350"/>
                <a:gd name="connsiteY9" fmla="*/ 50138 h 6858000"/>
                <a:gd name="connsiteX10" fmla="*/ 1797607 w 7291350"/>
                <a:gd name="connsiteY10" fmla="*/ 0 h 6858000"/>
                <a:gd name="connsiteX11" fmla="*/ 3385676 w 7291350"/>
                <a:gd name="connsiteY11" fmla="*/ 0 h 6858000"/>
                <a:gd name="connsiteX12" fmla="*/ 3360567 w 7291350"/>
                <a:gd name="connsiteY12" fmla="*/ 11552 h 6858000"/>
                <a:gd name="connsiteX13" fmla="*/ 2267395 w 7291350"/>
                <a:gd name="connsiteY13" fmla="*/ 725831 h 6858000"/>
                <a:gd name="connsiteX14" fmla="*/ 1234074 w 7291350"/>
                <a:gd name="connsiteY14" fmla="*/ 2007171 h 6858000"/>
                <a:gd name="connsiteX15" fmla="*/ 859383 w 7291350"/>
                <a:gd name="connsiteY15" fmla="*/ 3498372 h 6858000"/>
                <a:gd name="connsiteX16" fmla="*/ 1479513 w 7291350"/>
                <a:gd name="connsiteY16" fmla="*/ 4883182 h 6858000"/>
                <a:gd name="connsiteX17" fmla="*/ 1791985 w 7291350"/>
                <a:gd name="connsiteY17" fmla="*/ 5322671 h 6858000"/>
                <a:gd name="connsiteX18" fmla="*/ 3397295 w 7291350"/>
                <a:gd name="connsiteY18" fmla="*/ 6784567 h 6858000"/>
                <a:gd name="connsiteX19" fmla="*/ 3590446 w 7291350"/>
                <a:gd name="connsiteY19" fmla="*/ 6858000 h 6858000"/>
                <a:gd name="connsiteX20" fmla="*/ 1970757 w 7291350"/>
                <a:gd name="connsiteY20" fmla="*/ 6858000 h 6858000"/>
                <a:gd name="connsiteX21" fmla="*/ 1735872 w 7291350"/>
                <a:gd name="connsiteY21" fmla="*/ 6627685 h 6858000"/>
                <a:gd name="connsiteX22" fmla="*/ 1080932 w 7291350"/>
                <a:gd name="connsiteY22" fmla="*/ 5805127 h 6858000"/>
                <a:gd name="connsiteX23" fmla="*/ 0 w 7291350"/>
                <a:gd name="connsiteY23" fmla="*/ 3498372 h 6858000"/>
                <a:gd name="connsiteX24" fmla="*/ 1708174 w 7291350"/>
                <a:gd name="connsiteY24" fmla="*/ 7330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291350" h="6858000">
                  <a:moveTo>
                    <a:pt x="7291350" y="5718699"/>
                  </a:moveTo>
                  <a:lnTo>
                    <a:pt x="7291350" y="6806115"/>
                  </a:lnTo>
                  <a:lnTo>
                    <a:pt x="7224124" y="6858000"/>
                  </a:lnTo>
                  <a:lnTo>
                    <a:pt x="5607142" y="6858000"/>
                  </a:lnTo>
                  <a:lnTo>
                    <a:pt x="5736072" y="6801170"/>
                  </a:lnTo>
                  <a:cubicBezTo>
                    <a:pt x="6122313" y="6616106"/>
                    <a:pt x="6503069" y="6332805"/>
                    <a:pt x="6949826" y="5983707"/>
                  </a:cubicBezTo>
                  <a:cubicBezTo>
                    <a:pt x="7041094" y="5912378"/>
                    <a:pt x="7132358" y="5842426"/>
                    <a:pt x="7220703" y="5773675"/>
                  </a:cubicBezTo>
                  <a:close/>
                  <a:moveTo>
                    <a:pt x="7218419" y="0"/>
                  </a:moveTo>
                  <a:lnTo>
                    <a:pt x="7291350" y="0"/>
                  </a:lnTo>
                  <a:lnTo>
                    <a:pt x="7291350" y="50138"/>
                  </a:lnTo>
                  <a:close/>
                  <a:moveTo>
                    <a:pt x="1797607" y="0"/>
                  </a:moveTo>
                  <a:lnTo>
                    <a:pt x="3385676" y="0"/>
                  </a:lnTo>
                  <a:lnTo>
                    <a:pt x="3360567" y="11552"/>
                  </a:lnTo>
                  <a:cubicBezTo>
                    <a:pt x="2968013" y="202286"/>
                    <a:pt x="2600620" y="442170"/>
                    <a:pt x="2267395" y="725831"/>
                  </a:cubicBezTo>
                  <a:cubicBezTo>
                    <a:pt x="1824986" y="1104820"/>
                    <a:pt x="1477279" y="1536057"/>
                    <a:pt x="1234074" y="2007171"/>
                  </a:cubicBezTo>
                  <a:cubicBezTo>
                    <a:pt x="985368" y="2488770"/>
                    <a:pt x="859383" y="2990476"/>
                    <a:pt x="859383" y="3498372"/>
                  </a:cubicBezTo>
                  <a:cubicBezTo>
                    <a:pt x="859383" y="4010222"/>
                    <a:pt x="1060651" y="4308942"/>
                    <a:pt x="1479513" y="4883182"/>
                  </a:cubicBezTo>
                  <a:cubicBezTo>
                    <a:pt x="1580577" y="5021714"/>
                    <a:pt x="1685078" y="5164888"/>
                    <a:pt x="1791985" y="5322671"/>
                  </a:cubicBezTo>
                  <a:cubicBezTo>
                    <a:pt x="2283419" y="6046950"/>
                    <a:pt x="2796809" y="6521439"/>
                    <a:pt x="3397295" y="6784567"/>
                  </a:cubicBezTo>
                  <a:lnTo>
                    <a:pt x="3590446" y="6858000"/>
                  </a:lnTo>
                  <a:lnTo>
                    <a:pt x="1970757" y="6858000"/>
                  </a:lnTo>
                  <a:lnTo>
                    <a:pt x="1735872" y="6627685"/>
                  </a:lnTo>
                  <a:cubicBezTo>
                    <a:pt x="1502484" y="6382823"/>
                    <a:pt x="1285774" y="6107254"/>
                    <a:pt x="1080932" y="5805127"/>
                  </a:cubicBezTo>
                  <a:cubicBezTo>
                    <a:pt x="556365" y="5032027"/>
                    <a:pt x="0" y="4501616"/>
                    <a:pt x="0" y="3498372"/>
                  </a:cubicBezTo>
                  <a:cubicBezTo>
                    <a:pt x="0" y="2160829"/>
                    <a:pt x="685186" y="949872"/>
                    <a:pt x="1708174" y="7330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Shape 34">
              <a:extLst>
                <a:ext uri="{FF2B5EF4-FFF2-40B4-BE49-F238E27FC236}">
                  <a16:creationId xmlns:a16="http://schemas.microsoft.com/office/drawing/2014/main" id="{D0DF88B0-FA8A-47F5-8EAC-1880B1A51B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22894" y="-5799"/>
              <a:ext cx="7269107" cy="6858000"/>
            </a:xfrm>
            <a:custGeom>
              <a:avLst/>
              <a:gdLst>
                <a:gd name="connsiteX0" fmla="*/ 7269107 w 7269107"/>
                <a:gd name="connsiteY0" fmla="*/ 5518449 h 6858000"/>
                <a:gd name="connsiteX1" fmla="*/ 7269107 w 7269107"/>
                <a:gd name="connsiteY1" fmla="*/ 6823281 h 6858000"/>
                <a:gd name="connsiteX2" fmla="*/ 7224122 w 7269107"/>
                <a:gd name="connsiteY2" fmla="*/ 6858000 h 6858000"/>
                <a:gd name="connsiteX3" fmla="*/ 4927054 w 7269107"/>
                <a:gd name="connsiteY3" fmla="*/ 6858000 h 6858000"/>
                <a:gd name="connsiteX4" fmla="*/ 4982167 w 7269107"/>
                <a:gd name="connsiteY4" fmla="*/ 6852876 h 6858000"/>
                <a:gd name="connsiteX5" fmla="*/ 5743768 w 7269107"/>
                <a:gd name="connsiteY5" fmla="*/ 6606245 h 6858000"/>
                <a:gd name="connsiteX6" fmla="*/ 6843778 w 7269107"/>
                <a:gd name="connsiteY6" fmla="*/ 5848440 h 6858000"/>
                <a:gd name="connsiteX7" fmla="*/ 7115515 w 7269107"/>
                <a:gd name="connsiteY7" fmla="*/ 5637891 h 6858000"/>
                <a:gd name="connsiteX8" fmla="*/ 6870111 w 7269107"/>
                <a:gd name="connsiteY8" fmla="*/ 0 h 6858000"/>
                <a:gd name="connsiteX9" fmla="*/ 7269107 w 7269107"/>
                <a:gd name="connsiteY9" fmla="*/ 0 h 6858000"/>
                <a:gd name="connsiteX10" fmla="*/ 7269107 w 7269107"/>
                <a:gd name="connsiteY10" fmla="*/ 243137 h 6858000"/>
                <a:gd name="connsiteX11" fmla="*/ 7089989 w 7269107"/>
                <a:gd name="connsiteY11" fmla="*/ 119955 h 6858000"/>
                <a:gd name="connsiteX12" fmla="*/ 6952948 w 7269107"/>
                <a:gd name="connsiteY12" fmla="*/ 41521 h 6858000"/>
                <a:gd name="connsiteX13" fmla="*/ 1797606 w 7269107"/>
                <a:gd name="connsiteY13" fmla="*/ 0 h 6858000"/>
                <a:gd name="connsiteX14" fmla="*/ 3815328 w 7269107"/>
                <a:gd name="connsiteY14" fmla="*/ 0 h 6858000"/>
                <a:gd name="connsiteX15" fmla="*/ 3627371 w 7269107"/>
                <a:gd name="connsiteY15" fmla="*/ 77142 h 6858000"/>
                <a:gd name="connsiteX16" fmla="*/ 2379115 w 7269107"/>
                <a:gd name="connsiteY16" fmla="*/ 856285 h 6858000"/>
                <a:gd name="connsiteX17" fmla="*/ 1386699 w 7269107"/>
                <a:gd name="connsiteY17" fmla="*/ 2086062 h 6858000"/>
                <a:gd name="connsiteX18" fmla="*/ 1031258 w 7269107"/>
                <a:gd name="connsiteY18" fmla="*/ 3498372 h 6858000"/>
                <a:gd name="connsiteX19" fmla="*/ 1618904 w 7269107"/>
                <a:gd name="connsiteY19" fmla="*/ 4781604 h 6858000"/>
                <a:gd name="connsiteX20" fmla="*/ 1934812 w 7269107"/>
                <a:gd name="connsiteY20" fmla="*/ 5225904 h 6858000"/>
                <a:gd name="connsiteX21" fmla="*/ 3140010 w 7269107"/>
                <a:gd name="connsiteY21" fmla="*/ 6456196 h 6858000"/>
                <a:gd name="connsiteX22" fmla="*/ 4281662 w 7269107"/>
                <a:gd name="connsiteY22" fmla="*/ 6843305 h 6858000"/>
                <a:gd name="connsiteX23" fmla="*/ 4449058 w 7269107"/>
                <a:gd name="connsiteY23" fmla="*/ 6858000 h 6858000"/>
                <a:gd name="connsiteX24" fmla="*/ 1970756 w 7269107"/>
                <a:gd name="connsiteY24" fmla="*/ 6858000 h 6858000"/>
                <a:gd name="connsiteX25" fmla="*/ 1735871 w 7269107"/>
                <a:gd name="connsiteY25" fmla="*/ 6627685 h 6858000"/>
                <a:gd name="connsiteX26" fmla="*/ 1080930 w 7269107"/>
                <a:gd name="connsiteY26" fmla="*/ 5805127 h 6858000"/>
                <a:gd name="connsiteX27" fmla="*/ 0 w 7269107"/>
                <a:gd name="connsiteY27" fmla="*/ 3498372 h 6858000"/>
                <a:gd name="connsiteX28" fmla="*/ 1708172 w 7269107"/>
                <a:gd name="connsiteY28" fmla="*/ 7330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269107" h="6858000">
                  <a:moveTo>
                    <a:pt x="7269107" y="5518449"/>
                  </a:moveTo>
                  <a:lnTo>
                    <a:pt x="7269107" y="6823281"/>
                  </a:lnTo>
                  <a:lnTo>
                    <a:pt x="7224122" y="6858000"/>
                  </a:lnTo>
                  <a:lnTo>
                    <a:pt x="4927054" y="6858000"/>
                  </a:lnTo>
                  <a:lnTo>
                    <a:pt x="4982167" y="6852876"/>
                  </a:lnTo>
                  <a:cubicBezTo>
                    <a:pt x="5236517" y="6821036"/>
                    <a:pt x="5483373" y="6740566"/>
                    <a:pt x="5743768" y="6606245"/>
                  </a:cubicBezTo>
                  <a:cubicBezTo>
                    <a:pt x="6099551" y="6422337"/>
                    <a:pt x="6452586" y="6154209"/>
                    <a:pt x="6843778" y="5848440"/>
                  </a:cubicBezTo>
                  <a:cubicBezTo>
                    <a:pt x="6935559" y="5776768"/>
                    <a:pt x="7026997" y="5706642"/>
                    <a:pt x="7115515" y="5637891"/>
                  </a:cubicBezTo>
                  <a:close/>
                  <a:moveTo>
                    <a:pt x="6870111" y="0"/>
                  </a:moveTo>
                  <a:lnTo>
                    <a:pt x="7269107" y="0"/>
                  </a:lnTo>
                  <a:lnTo>
                    <a:pt x="7269107" y="243137"/>
                  </a:lnTo>
                  <a:lnTo>
                    <a:pt x="7089989" y="119955"/>
                  </a:lnTo>
                  <a:cubicBezTo>
                    <a:pt x="7045081" y="92581"/>
                    <a:pt x="6999384" y="66425"/>
                    <a:pt x="6952948" y="41521"/>
                  </a:cubicBezTo>
                  <a:close/>
                  <a:moveTo>
                    <a:pt x="1797606" y="0"/>
                  </a:moveTo>
                  <a:lnTo>
                    <a:pt x="3815328" y="0"/>
                  </a:lnTo>
                  <a:lnTo>
                    <a:pt x="3627371" y="77142"/>
                  </a:lnTo>
                  <a:cubicBezTo>
                    <a:pt x="3175548" y="273822"/>
                    <a:pt x="2754868" y="536281"/>
                    <a:pt x="2379115" y="856285"/>
                  </a:cubicBezTo>
                  <a:cubicBezTo>
                    <a:pt x="1959736" y="1215679"/>
                    <a:pt x="1616497" y="1640901"/>
                    <a:pt x="1386699" y="2086062"/>
                  </a:cubicBezTo>
                  <a:cubicBezTo>
                    <a:pt x="1151572" y="2543083"/>
                    <a:pt x="1031258" y="3018150"/>
                    <a:pt x="1031258" y="3498372"/>
                  </a:cubicBezTo>
                  <a:cubicBezTo>
                    <a:pt x="1031258" y="3957455"/>
                    <a:pt x="1211213" y="4223692"/>
                    <a:pt x="1618904" y="4781604"/>
                  </a:cubicBezTo>
                  <a:cubicBezTo>
                    <a:pt x="1720826" y="4921339"/>
                    <a:pt x="1826186" y="5065887"/>
                    <a:pt x="1934812" y="5225904"/>
                  </a:cubicBezTo>
                  <a:cubicBezTo>
                    <a:pt x="2318957" y="5792064"/>
                    <a:pt x="2713069" y="6194600"/>
                    <a:pt x="3140010" y="6456196"/>
                  </a:cubicBezTo>
                  <a:cubicBezTo>
                    <a:pt x="3479423" y="6664512"/>
                    <a:pt x="3855769" y="6792387"/>
                    <a:pt x="4281662" y="6843305"/>
                  </a:cubicBezTo>
                  <a:lnTo>
                    <a:pt x="4449058" y="6858000"/>
                  </a:lnTo>
                  <a:lnTo>
                    <a:pt x="1970756" y="6858000"/>
                  </a:lnTo>
                  <a:lnTo>
                    <a:pt x="1735871" y="6627685"/>
                  </a:lnTo>
                  <a:cubicBezTo>
                    <a:pt x="1502482" y="6382823"/>
                    <a:pt x="1285773" y="6107254"/>
                    <a:pt x="1080930" y="5805127"/>
                  </a:cubicBezTo>
                  <a:cubicBezTo>
                    <a:pt x="556364" y="5032027"/>
                    <a:pt x="0" y="4501616"/>
                    <a:pt x="0" y="3498372"/>
                  </a:cubicBezTo>
                  <a:cubicBezTo>
                    <a:pt x="0" y="2160829"/>
                    <a:pt x="685185" y="949872"/>
                    <a:pt x="1708172" y="73302"/>
                  </a:cubicBezTo>
                  <a:close/>
                </a:path>
              </a:pathLst>
            </a:custGeom>
            <a:gradFill>
              <a:gsLst>
                <a:gs pos="2000">
                  <a:schemeClr val="bg1">
                    <a:alpha val="10000"/>
                  </a:schemeClr>
                </a:gs>
                <a:gs pos="5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 name="Content Placeholder 2">
            <a:extLst>
              <a:ext uri="{FF2B5EF4-FFF2-40B4-BE49-F238E27FC236}">
                <a16:creationId xmlns:a16="http://schemas.microsoft.com/office/drawing/2014/main" id="{FA5634A3-EED1-779A-210A-991006FFA503}"/>
              </a:ext>
            </a:extLst>
          </p:cNvPr>
          <p:cNvSpPr>
            <a:spLocks noGrp="1"/>
          </p:cNvSpPr>
          <p:nvPr>
            <p:ph idx="1"/>
          </p:nvPr>
        </p:nvSpPr>
        <p:spPr>
          <a:xfrm>
            <a:off x="6632812" y="1032987"/>
            <a:ext cx="4919108" cy="4792027"/>
          </a:xfrm>
        </p:spPr>
        <p:txBody>
          <a:bodyPr anchor="ctr">
            <a:normAutofit/>
          </a:bodyPr>
          <a:lstStyle/>
          <a:p>
            <a:r>
              <a:rPr lang="en-US" sz="1400">
                <a:solidFill>
                  <a:schemeClr val="tx2"/>
                </a:solidFill>
              </a:rPr>
              <a:t>AI tools such as ChatGPT, Gemini, and Copilot are among the most commonly used tools by students for academic purposes. There are other powerful specific AI tools like Claude and Midjourney which are yet to be popularly used by the students due to lack of branding, utility differences.</a:t>
            </a:r>
          </a:p>
          <a:p>
            <a:r>
              <a:rPr lang="en-US" sz="1400">
                <a:solidFill>
                  <a:schemeClr val="tx2"/>
                </a:solidFill>
              </a:rPr>
              <a:t>Science, Engineering &amp; Arts students show relatively higher usage of AI tools compared to some other academic streams like Agriculture, Pharmacy and Law. This is majorly due to lack of proper integration of AI in academic institutions .</a:t>
            </a:r>
          </a:p>
          <a:p>
            <a:r>
              <a:rPr lang="en-US" sz="1400">
                <a:solidFill>
                  <a:schemeClr val="tx2"/>
                </a:solidFill>
              </a:rPr>
              <a:t>Usage patterns vary across different states. While Jammu and Goa shows high number of usage, while states like Mizoram, Manipur, Tripura and Dadra show less number of AI tool usage. This can be attributed to geographical and political reasons.</a:t>
            </a:r>
          </a:p>
          <a:p>
            <a:r>
              <a:rPr lang="en-US" sz="1400">
                <a:solidFill>
                  <a:schemeClr val="tx2"/>
                </a:solidFill>
              </a:rPr>
              <a:t>Many students report that AI tools help improve learning efficiency but that is not much reflected in the academic performance. Students who are not using AI efficiently are also showing good performance in their academics. Hence, spending more time in AI is not playing a major role in the academic scores of the students.</a:t>
            </a:r>
            <a:endParaRPr lang="en-IN" sz="1400">
              <a:solidFill>
                <a:schemeClr val="tx2"/>
              </a:solidFill>
            </a:endParaRPr>
          </a:p>
        </p:txBody>
      </p:sp>
    </p:spTree>
    <p:extLst>
      <p:ext uri="{BB962C8B-B14F-4D97-AF65-F5344CB8AC3E}">
        <p14:creationId xmlns:p14="http://schemas.microsoft.com/office/powerpoint/2010/main" val="40569701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4" name="Rectangle 43">
            <a:extLst>
              <a:ext uri="{FF2B5EF4-FFF2-40B4-BE49-F238E27FC236}">
                <a16:creationId xmlns:a16="http://schemas.microsoft.com/office/drawing/2014/main" id="{889C5E17-24D0-4696-A3C5-A2261FB455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6929B58F-2358-44CC-ACE5-EF1BD3C6C8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le 1">
            <a:extLst>
              <a:ext uri="{FF2B5EF4-FFF2-40B4-BE49-F238E27FC236}">
                <a16:creationId xmlns:a16="http://schemas.microsoft.com/office/drawing/2014/main" id="{71109B8E-BF5A-7171-C9D9-6B1061397739}"/>
              </a:ext>
            </a:extLst>
          </p:cNvPr>
          <p:cNvSpPr>
            <a:spLocks noGrp="1"/>
          </p:cNvSpPr>
          <p:nvPr>
            <p:ph type="title"/>
          </p:nvPr>
        </p:nvSpPr>
        <p:spPr>
          <a:xfrm>
            <a:off x="804672" y="1243013"/>
            <a:ext cx="3855720" cy="4371974"/>
          </a:xfrm>
        </p:spPr>
        <p:txBody>
          <a:bodyPr>
            <a:normAutofit/>
          </a:bodyPr>
          <a:lstStyle/>
          <a:p>
            <a:r>
              <a:rPr lang="en-IN" sz="3600">
                <a:solidFill>
                  <a:schemeClr val="tx2"/>
                </a:solidFill>
              </a:rPr>
              <a:t>SOLUTION</a:t>
            </a:r>
          </a:p>
        </p:txBody>
      </p:sp>
      <p:grpSp>
        <p:nvGrpSpPr>
          <p:cNvPr id="46" name="Group 45">
            <a:extLst>
              <a:ext uri="{FF2B5EF4-FFF2-40B4-BE49-F238E27FC236}">
                <a16:creationId xmlns:a16="http://schemas.microsoft.com/office/drawing/2014/main" id="{09DA5303-A1AF-4830-806C-51FCD96188B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897348" y="5285"/>
            <a:ext cx="7294653" cy="6858000"/>
            <a:chOff x="4897348" y="-5799"/>
            <a:chExt cx="7294653" cy="6858000"/>
          </a:xfrm>
        </p:grpSpPr>
        <p:sp>
          <p:nvSpPr>
            <p:cNvPr id="33" name="Freeform: Shape 32">
              <a:extLst>
                <a:ext uri="{FF2B5EF4-FFF2-40B4-BE49-F238E27FC236}">
                  <a16:creationId xmlns:a16="http://schemas.microsoft.com/office/drawing/2014/main" id="{4FAAA8C8-4EB7-45F1-BF24-3EF0F4DC44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897348" y="-5798"/>
              <a:ext cx="7294652" cy="6857999"/>
            </a:xfrm>
            <a:custGeom>
              <a:avLst/>
              <a:gdLst>
                <a:gd name="connsiteX0" fmla="*/ 7294652 w 7294652"/>
                <a:gd name="connsiteY0" fmla="*/ 6063030 h 6857999"/>
                <a:gd name="connsiteX1" fmla="*/ 7294652 w 7294652"/>
                <a:gd name="connsiteY1" fmla="*/ 6857999 h 6857999"/>
                <a:gd name="connsiteX2" fmla="*/ 6248575 w 7294652"/>
                <a:gd name="connsiteY2" fmla="*/ 6857999 h 6857999"/>
                <a:gd name="connsiteX3" fmla="*/ 6477898 w 7294652"/>
                <a:gd name="connsiteY3" fmla="*/ 6700973 h 6857999"/>
                <a:gd name="connsiteX4" fmla="*/ 6647884 w 7294652"/>
                <a:gd name="connsiteY4" fmla="*/ 6572752 h 6857999"/>
                <a:gd name="connsiteX5" fmla="*/ 6817698 w 7294652"/>
                <a:gd name="connsiteY5" fmla="*/ 6440235 h 6857999"/>
                <a:gd name="connsiteX6" fmla="*/ 7161451 w 7294652"/>
                <a:gd name="connsiteY6" fmla="*/ 6165232 h 6857999"/>
                <a:gd name="connsiteX7" fmla="*/ 1673436 w 7294652"/>
                <a:gd name="connsiteY7" fmla="*/ 0 h 6857999"/>
                <a:gd name="connsiteX8" fmla="*/ 2394951 w 7294652"/>
                <a:gd name="connsiteY8" fmla="*/ 0 h 6857999"/>
                <a:gd name="connsiteX9" fmla="*/ 2244659 w 7294652"/>
                <a:gd name="connsiteY9" fmla="*/ 100763 h 6857999"/>
                <a:gd name="connsiteX10" fmla="*/ 1743903 w 7294652"/>
                <a:gd name="connsiteY10" fmla="*/ 498975 h 6857999"/>
                <a:gd name="connsiteX11" fmla="*/ 1163821 w 7294652"/>
                <a:gd name="connsiteY11" fmla="*/ 1121514 h 6857999"/>
                <a:gd name="connsiteX12" fmla="*/ 704911 w 7294652"/>
                <a:gd name="connsiteY12" fmla="*/ 1837036 h 6857999"/>
                <a:gd name="connsiteX13" fmla="*/ 393472 w 7294652"/>
                <a:gd name="connsiteY13" fmla="*/ 2627669 h 6857999"/>
                <a:gd name="connsiteX14" fmla="*/ 280032 w 7294652"/>
                <a:gd name="connsiteY14" fmla="*/ 3472097 h 6857999"/>
                <a:gd name="connsiteX15" fmla="*/ 327813 w 7294652"/>
                <a:gd name="connsiteY15" fmla="*/ 3884602 h 6857999"/>
                <a:gd name="connsiteX16" fmla="*/ 469096 w 7294652"/>
                <a:gd name="connsiteY16" fmla="*/ 4270809 h 6857999"/>
                <a:gd name="connsiteX17" fmla="*/ 567581 w 7294652"/>
                <a:gd name="connsiteY17" fmla="*/ 4452482 h 6857999"/>
                <a:gd name="connsiteX18" fmla="*/ 680677 w 7294652"/>
                <a:gd name="connsiteY18" fmla="*/ 4628484 h 6857999"/>
                <a:gd name="connsiteX19" fmla="*/ 941928 w 7294652"/>
                <a:gd name="connsiteY19" fmla="*/ 4968628 h 6857999"/>
                <a:gd name="connsiteX20" fmla="*/ 1224665 w 7294652"/>
                <a:gd name="connsiteY20" fmla="*/ 5311349 h 6857999"/>
                <a:gd name="connsiteX21" fmla="*/ 1365259 w 7294652"/>
                <a:gd name="connsiteY21" fmla="*/ 5490273 h 6857999"/>
                <a:gd name="connsiteX22" fmla="*/ 1432808 w 7294652"/>
                <a:gd name="connsiteY22" fmla="*/ 5577931 h 6857999"/>
                <a:gd name="connsiteX23" fmla="*/ 1498980 w 7294652"/>
                <a:gd name="connsiteY23" fmla="*/ 5662148 h 6857999"/>
                <a:gd name="connsiteX24" fmla="*/ 2067548 w 7294652"/>
                <a:gd name="connsiteY24" fmla="*/ 6283312 h 6857999"/>
                <a:gd name="connsiteX25" fmla="*/ 2369879 w 7294652"/>
                <a:gd name="connsiteY25" fmla="*/ 6562782 h 6857999"/>
                <a:gd name="connsiteX26" fmla="*/ 2686645 w 7294652"/>
                <a:gd name="connsiteY26" fmla="*/ 6820598 h 6857999"/>
                <a:gd name="connsiteX27" fmla="*/ 2738907 w 7294652"/>
                <a:gd name="connsiteY27" fmla="*/ 6857999 h 6857999"/>
                <a:gd name="connsiteX28" fmla="*/ 1731787 w 7294652"/>
                <a:gd name="connsiteY28" fmla="*/ 6857999 h 6857999"/>
                <a:gd name="connsiteX29" fmla="*/ 1607949 w 7294652"/>
                <a:gd name="connsiteY29" fmla="*/ 6732770 h 6857999"/>
                <a:gd name="connsiteX30" fmla="*/ 1309057 w 7294652"/>
                <a:gd name="connsiteY30" fmla="*/ 6370109 h 6857999"/>
                <a:gd name="connsiteX31" fmla="*/ 1048147 w 7294652"/>
                <a:gd name="connsiteY31" fmla="*/ 5986138 h 6857999"/>
                <a:gd name="connsiteX32" fmla="*/ 987131 w 7294652"/>
                <a:gd name="connsiteY32" fmla="*/ 5888512 h 6857999"/>
                <a:gd name="connsiteX33" fmla="*/ 928866 w 7294652"/>
                <a:gd name="connsiteY33" fmla="*/ 5793463 h 6857999"/>
                <a:gd name="connsiteX34" fmla="*/ 813708 w 7294652"/>
                <a:gd name="connsiteY34" fmla="*/ 5609556 h 6857999"/>
                <a:gd name="connsiteX35" fmla="*/ 574972 w 7294652"/>
                <a:gd name="connsiteY35" fmla="*/ 5231598 h 6857999"/>
                <a:gd name="connsiteX36" fmla="*/ 342424 w 7294652"/>
                <a:gd name="connsiteY36" fmla="*/ 4834048 h 6857999"/>
                <a:gd name="connsiteX37" fmla="*/ 237579 w 7294652"/>
                <a:gd name="connsiteY37" fmla="*/ 4623500 h 6857999"/>
                <a:gd name="connsiteX38" fmla="*/ 148373 w 7294652"/>
                <a:gd name="connsiteY38" fmla="*/ 4404356 h 6857999"/>
                <a:gd name="connsiteX39" fmla="*/ 79623 w 7294652"/>
                <a:gd name="connsiteY39" fmla="*/ 4175762 h 6857999"/>
                <a:gd name="connsiteX40" fmla="*/ 54185 w 7294652"/>
                <a:gd name="connsiteY40" fmla="*/ 4059229 h 6857999"/>
                <a:gd name="connsiteX41" fmla="*/ 43013 w 7294652"/>
                <a:gd name="connsiteY41" fmla="*/ 4000790 h 6857999"/>
                <a:gd name="connsiteX42" fmla="*/ 33734 w 7294652"/>
                <a:gd name="connsiteY42" fmla="*/ 3942180 h 6857999"/>
                <a:gd name="connsiteX43" fmla="*/ 45 w 7294652"/>
                <a:gd name="connsiteY43" fmla="*/ 3472097 h 6857999"/>
                <a:gd name="connsiteX44" fmla="*/ 95436 w 7294652"/>
                <a:gd name="connsiteY44" fmla="*/ 2557372 h 6857999"/>
                <a:gd name="connsiteX45" fmla="*/ 382126 w 7294652"/>
                <a:gd name="connsiteY45" fmla="*/ 1680799 h 6857999"/>
                <a:gd name="connsiteX46" fmla="*/ 1457043 w 7294652"/>
                <a:gd name="connsiteY46" fmla="*/ 19217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7294652" h="6857999">
                  <a:moveTo>
                    <a:pt x="7294652" y="6063030"/>
                  </a:moveTo>
                  <a:lnTo>
                    <a:pt x="7294652" y="6857999"/>
                  </a:lnTo>
                  <a:lnTo>
                    <a:pt x="6248575" y="6857999"/>
                  </a:lnTo>
                  <a:lnTo>
                    <a:pt x="6477898" y="6700973"/>
                  </a:lnTo>
                  <a:cubicBezTo>
                    <a:pt x="6534790" y="6659378"/>
                    <a:pt x="6591336" y="6616237"/>
                    <a:pt x="6647884" y="6572752"/>
                  </a:cubicBezTo>
                  <a:cubicBezTo>
                    <a:pt x="6704432" y="6529268"/>
                    <a:pt x="6761151" y="6485095"/>
                    <a:pt x="6817698" y="6440235"/>
                  </a:cubicBezTo>
                  <a:lnTo>
                    <a:pt x="7161451" y="6165232"/>
                  </a:lnTo>
                  <a:close/>
                  <a:moveTo>
                    <a:pt x="1673436" y="0"/>
                  </a:moveTo>
                  <a:lnTo>
                    <a:pt x="2394951" y="0"/>
                  </a:lnTo>
                  <a:lnTo>
                    <a:pt x="2244659" y="100763"/>
                  </a:lnTo>
                  <a:cubicBezTo>
                    <a:pt x="2071051" y="224086"/>
                    <a:pt x="1903860" y="356975"/>
                    <a:pt x="1743903" y="498975"/>
                  </a:cubicBezTo>
                  <a:cubicBezTo>
                    <a:pt x="1533218" y="689638"/>
                    <a:pt x="1339146" y="897902"/>
                    <a:pt x="1163821" y="1121514"/>
                  </a:cubicBezTo>
                  <a:cubicBezTo>
                    <a:pt x="988284" y="1344764"/>
                    <a:pt x="834608" y="1584376"/>
                    <a:pt x="704911" y="1837036"/>
                  </a:cubicBezTo>
                  <a:cubicBezTo>
                    <a:pt x="573950" y="2089059"/>
                    <a:pt x="469577" y="2354041"/>
                    <a:pt x="393472" y="2627669"/>
                  </a:cubicBezTo>
                  <a:cubicBezTo>
                    <a:pt x="318269" y="2902842"/>
                    <a:pt x="280119" y="3186833"/>
                    <a:pt x="280032" y="3472097"/>
                  </a:cubicBezTo>
                  <a:cubicBezTo>
                    <a:pt x="280349" y="3610956"/>
                    <a:pt x="296380" y="3749334"/>
                    <a:pt x="327813" y="3884602"/>
                  </a:cubicBezTo>
                  <a:cubicBezTo>
                    <a:pt x="360878" y="4018046"/>
                    <a:pt x="408244" y="4147540"/>
                    <a:pt x="469096" y="4270809"/>
                  </a:cubicBezTo>
                  <a:cubicBezTo>
                    <a:pt x="499175" y="4332511"/>
                    <a:pt x="532347" y="4393012"/>
                    <a:pt x="567581" y="4452482"/>
                  </a:cubicBezTo>
                  <a:cubicBezTo>
                    <a:pt x="602815" y="4511953"/>
                    <a:pt x="641144" y="4570562"/>
                    <a:pt x="680677" y="4628484"/>
                  </a:cubicBezTo>
                  <a:cubicBezTo>
                    <a:pt x="760771" y="4743985"/>
                    <a:pt x="849802" y="4856048"/>
                    <a:pt x="941928" y="4968628"/>
                  </a:cubicBezTo>
                  <a:cubicBezTo>
                    <a:pt x="1034055" y="5081206"/>
                    <a:pt x="1130994" y="5193958"/>
                    <a:pt x="1224665" y="5311349"/>
                  </a:cubicBezTo>
                  <a:cubicBezTo>
                    <a:pt x="1271987" y="5369787"/>
                    <a:pt x="1318853" y="5429429"/>
                    <a:pt x="1365259" y="5490273"/>
                  </a:cubicBezTo>
                  <a:lnTo>
                    <a:pt x="1432808" y="5577931"/>
                  </a:lnTo>
                  <a:cubicBezTo>
                    <a:pt x="1454979" y="5605947"/>
                    <a:pt x="1476121" y="5634821"/>
                    <a:pt x="1498980" y="5662148"/>
                  </a:cubicBezTo>
                  <a:cubicBezTo>
                    <a:pt x="1676323" y="5880038"/>
                    <a:pt x="1866158" y="6087441"/>
                    <a:pt x="2067548" y="6283312"/>
                  </a:cubicBezTo>
                  <a:cubicBezTo>
                    <a:pt x="2166203" y="6379907"/>
                    <a:pt x="2266974" y="6473064"/>
                    <a:pt x="2369879" y="6562782"/>
                  </a:cubicBezTo>
                  <a:cubicBezTo>
                    <a:pt x="2473005" y="6652331"/>
                    <a:pt x="2577677" y="6738957"/>
                    <a:pt x="2686645" y="6820598"/>
                  </a:cubicBezTo>
                  <a:lnTo>
                    <a:pt x="2738907" y="6857999"/>
                  </a:lnTo>
                  <a:lnTo>
                    <a:pt x="1731787" y="6857999"/>
                  </a:lnTo>
                  <a:lnTo>
                    <a:pt x="1607949" y="6732770"/>
                  </a:lnTo>
                  <a:cubicBezTo>
                    <a:pt x="1501232" y="6617903"/>
                    <a:pt x="1401421" y="6496799"/>
                    <a:pt x="1309057" y="6370109"/>
                  </a:cubicBezTo>
                  <a:cubicBezTo>
                    <a:pt x="1217103" y="6244469"/>
                    <a:pt x="1129618" y="6116590"/>
                    <a:pt x="1048147" y="5986138"/>
                  </a:cubicBezTo>
                  <a:cubicBezTo>
                    <a:pt x="1027179" y="5953825"/>
                    <a:pt x="1007414" y="5920996"/>
                    <a:pt x="987131" y="5888512"/>
                  </a:cubicBezTo>
                  <a:lnTo>
                    <a:pt x="928866" y="5793463"/>
                  </a:lnTo>
                  <a:cubicBezTo>
                    <a:pt x="891568" y="5732276"/>
                    <a:pt x="852725" y="5671260"/>
                    <a:pt x="813708" y="5609556"/>
                  </a:cubicBezTo>
                  <a:lnTo>
                    <a:pt x="574972" y="5231598"/>
                  </a:lnTo>
                  <a:cubicBezTo>
                    <a:pt x="495221" y="5103551"/>
                    <a:pt x="416158" y="4971549"/>
                    <a:pt x="342424" y="4834048"/>
                  </a:cubicBezTo>
                  <a:cubicBezTo>
                    <a:pt x="305641" y="4765298"/>
                    <a:pt x="270236" y="4695343"/>
                    <a:pt x="237579" y="4623500"/>
                  </a:cubicBezTo>
                  <a:cubicBezTo>
                    <a:pt x="204922" y="4551655"/>
                    <a:pt x="175187" y="4478607"/>
                    <a:pt x="148373" y="4404356"/>
                  </a:cubicBezTo>
                  <a:cubicBezTo>
                    <a:pt x="121561" y="4330107"/>
                    <a:pt x="99046" y="4252934"/>
                    <a:pt x="79623" y="4175762"/>
                  </a:cubicBezTo>
                  <a:cubicBezTo>
                    <a:pt x="70514" y="4136916"/>
                    <a:pt x="61577" y="4098245"/>
                    <a:pt x="54185" y="4059229"/>
                  </a:cubicBezTo>
                  <a:lnTo>
                    <a:pt x="43013" y="4000790"/>
                  </a:lnTo>
                  <a:lnTo>
                    <a:pt x="33734" y="3942180"/>
                  </a:lnTo>
                  <a:cubicBezTo>
                    <a:pt x="10461" y="3786581"/>
                    <a:pt x="-801" y="3629416"/>
                    <a:pt x="45" y="3472097"/>
                  </a:cubicBezTo>
                  <a:cubicBezTo>
                    <a:pt x="863" y="3164748"/>
                    <a:pt x="32824" y="2858275"/>
                    <a:pt x="95436" y="2557372"/>
                  </a:cubicBezTo>
                  <a:cubicBezTo>
                    <a:pt x="157549" y="2255281"/>
                    <a:pt x="253728" y="1961216"/>
                    <a:pt x="382126" y="1680799"/>
                  </a:cubicBezTo>
                  <a:cubicBezTo>
                    <a:pt x="639940" y="1120482"/>
                    <a:pt x="1015492" y="619117"/>
                    <a:pt x="1457043" y="192176"/>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Freeform: Shape 33">
              <a:extLst>
                <a:ext uri="{FF2B5EF4-FFF2-40B4-BE49-F238E27FC236}">
                  <a16:creationId xmlns:a16="http://schemas.microsoft.com/office/drawing/2014/main" id="{A77FC097-E4F2-4A45-82E8-3808FA553C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0650" y="-5799"/>
              <a:ext cx="7291350" cy="6858000"/>
            </a:xfrm>
            <a:custGeom>
              <a:avLst/>
              <a:gdLst>
                <a:gd name="connsiteX0" fmla="*/ 7291350 w 7291350"/>
                <a:gd name="connsiteY0" fmla="*/ 5718699 h 6858000"/>
                <a:gd name="connsiteX1" fmla="*/ 7291350 w 7291350"/>
                <a:gd name="connsiteY1" fmla="*/ 6806115 h 6858000"/>
                <a:gd name="connsiteX2" fmla="*/ 7224124 w 7291350"/>
                <a:gd name="connsiteY2" fmla="*/ 6858000 h 6858000"/>
                <a:gd name="connsiteX3" fmla="*/ 5607142 w 7291350"/>
                <a:gd name="connsiteY3" fmla="*/ 6858000 h 6858000"/>
                <a:gd name="connsiteX4" fmla="*/ 5736072 w 7291350"/>
                <a:gd name="connsiteY4" fmla="*/ 6801170 h 6858000"/>
                <a:gd name="connsiteX5" fmla="*/ 6949826 w 7291350"/>
                <a:gd name="connsiteY5" fmla="*/ 5983707 h 6858000"/>
                <a:gd name="connsiteX6" fmla="*/ 7220703 w 7291350"/>
                <a:gd name="connsiteY6" fmla="*/ 5773675 h 6858000"/>
                <a:gd name="connsiteX7" fmla="*/ 7218419 w 7291350"/>
                <a:gd name="connsiteY7" fmla="*/ 0 h 6858000"/>
                <a:gd name="connsiteX8" fmla="*/ 7291350 w 7291350"/>
                <a:gd name="connsiteY8" fmla="*/ 0 h 6858000"/>
                <a:gd name="connsiteX9" fmla="*/ 7291350 w 7291350"/>
                <a:gd name="connsiteY9" fmla="*/ 50138 h 6858000"/>
                <a:gd name="connsiteX10" fmla="*/ 1797607 w 7291350"/>
                <a:gd name="connsiteY10" fmla="*/ 0 h 6858000"/>
                <a:gd name="connsiteX11" fmla="*/ 3385676 w 7291350"/>
                <a:gd name="connsiteY11" fmla="*/ 0 h 6858000"/>
                <a:gd name="connsiteX12" fmla="*/ 3360567 w 7291350"/>
                <a:gd name="connsiteY12" fmla="*/ 11552 h 6858000"/>
                <a:gd name="connsiteX13" fmla="*/ 2267395 w 7291350"/>
                <a:gd name="connsiteY13" fmla="*/ 725831 h 6858000"/>
                <a:gd name="connsiteX14" fmla="*/ 1234074 w 7291350"/>
                <a:gd name="connsiteY14" fmla="*/ 2007171 h 6858000"/>
                <a:gd name="connsiteX15" fmla="*/ 859383 w 7291350"/>
                <a:gd name="connsiteY15" fmla="*/ 3498372 h 6858000"/>
                <a:gd name="connsiteX16" fmla="*/ 1479513 w 7291350"/>
                <a:gd name="connsiteY16" fmla="*/ 4883182 h 6858000"/>
                <a:gd name="connsiteX17" fmla="*/ 1791985 w 7291350"/>
                <a:gd name="connsiteY17" fmla="*/ 5322671 h 6858000"/>
                <a:gd name="connsiteX18" fmla="*/ 3397295 w 7291350"/>
                <a:gd name="connsiteY18" fmla="*/ 6784567 h 6858000"/>
                <a:gd name="connsiteX19" fmla="*/ 3590446 w 7291350"/>
                <a:gd name="connsiteY19" fmla="*/ 6858000 h 6858000"/>
                <a:gd name="connsiteX20" fmla="*/ 1970757 w 7291350"/>
                <a:gd name="connsiteY20" fmla="*/ 6858000 h 6858000"/>
                <a:gd name="connsiteX21" fmla="*/ 1735872 w 7291350"/>
                <a:gd name="connsiteY21" fmla="*/ 6627685 h 6858000"/>
                <a:gd name="connsiteX22" fmla="*/ 1080932 w 7291350"/>
                <a:gd name="connsiteY22" fmla="*/ 5805127 h 6858000"/>
                <a:gd name="connsiteX23" fmla="*/ 0 w 7291350"/>
                <a:gd name="connsiteY23" fmla="*/ 3498372 h 6858000"/>
                <a:gd name="connsiteX24" fmla="*/ 1708174 w 7291350"/>
                <a:gd name="connsiteY24" fmla="*/ 7330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291350" h="6858000">
                  <a:moveTo>
                    <a:pt x="7291350" y="5718699"/>
                  </a:moveTo>
                  <a:lnTo>
                    <a:pt x="7291350" y="6806115"/>
                  </a:lnTo>
                  <a:lnTo>
                    <a:pt x="7224124" y="6858000"/>
                  </a:lnTo>
                  <a:lnTo>
                    <a:pt x="5607142" y="6858000"/>
                  </a:lnTo>
                  <a:lnTo>
                    <a:pt x="5736072" y="6801170"/>
                  </a:lnTo>
                  <a:cubicBezTo>
                    <a:pt x="6122313" y="6616106"/>
                    <a:pt x="6503069" y="6332805"/>
                    <a:pt x="6949826" y="5983707"/>
                  </a:cubicBezTo>
                  <a:cubicBezTo>
                    <a:pt x="7041094" y="5912378"/>
                    <a:pt x="7132358" y="5842426"/>
                    <a:pt x="7220703" y="5773675"/>
                  </a:cubicBezTo>
                  <a:close/>
                  <a:moveTo>
                    <a:pt x="7218419" y="0"/>
                  </a:moveTo>
                  <a:lnTo>
                    <a:pt x="7291350" y="0"/>
                  </a:lnTo>
                  <a:lnTo>
                    <a:pt x="7291350" y="50138"/>
                  </a:lnTo>
                  <a:close/>
                  <a:moveTo>
                    <a:pt x="1797607" y="0"/>
                  </a:moveTo>
                  <a:lnTo>
                    <a:pt x="3385676" y="0"/>
                  </a:lnTo>
                  <a:lnTo>
                    <a:pt x="3360567" y="11552"/>
                  </a:lnTo>
                  <a:cubicBezTo>
                    <a:pt x="2968013" y="202286"/>
                    <a:pt x="2600620" y="442170"/>
                    <a:pt x="2267395" y="725831"/>
                  </a:cubicBezTo>
                  <a:cubicBezTo>
                    <a:pt x="1824986" y="1104820"/>
                    <a:pt x="1477279" y="1536057"/>
                    <a:pt x="1234074" y="2007171"/>
                  </a:cubicBezTo>
                  <a:cubicBezTo>
                    <a:pt x="985368" y="2488770"/>
                    <a:pt x="859383" y="2990476"/>
                    <a:pt x="859383" y="3498372"/>
                  </a:cubicBezTo>
                  <a:cubicBezTo>
                    <a:pt x="859383" y="4010222"/>
                    <a:pt x="1060651" y="4308942"/>
                    <a:pt x="1479513" y="4883182"/>
                  </a:cubicBezTo>
                  <a:cubicBezTo>
                    <a:pt x="1580577" y="5021714"/>
                    <a:pt x="1685078" y="5164888"/>
                    <a:pt x="1791985" y="5322671"/>
                  </a:cubicBezTo>
                  <a:cubicBezTo>
                    <a:pt x="2283419" y="6046950"/>
                    <a:pt x="2796809" y="6521439"/>
                    <a:pt x="3397295" y="6784567"/>
                  </a:cubicBezTo>
                  <a:lnTo>
                    <a:pt x="3590446" y="6858000"/>
                  </a:lnTo>
                  <a:lnTo>
                    <a:pt x="1970757" y="6858000"/>
                  </a:lnTo>
                  <a:lnTo>
                    <a:pt x="1735872" y="6627685"/>
                  </a:lnTo>
                  <a:cubicBezTo>
                    <a:pt x="1502484" y="6382823"/>
                    <a:pt x="1285774" y="6107254"/>
                    <a:pt x="1080932" y="5805127"/>
                  </a:cubicBezTo>
                  <a:cubicBezTo>
                    <a:pt x="556365" y="5032027"/>
                    <a:pt x="0" y="4501616"/>
                    <a:pt x="0" y="3498372"/>
                  </a:cubicBezTo>
                  <a:cubicBezTo>
                    <a:pt x="0" y="2160829"/>
                    <a:pt x="685186" y="949872"/>
                    <a:pt x="1708174" y="7330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Shape 34">
              <a:extLst>
                <a:ext uri="{FF2B5EF4-FFF2-40B4-BE49-F238E27FC236}">
                  <a16:creationId xmlns:a16="http://schemas.microsoft.com/office/drawing/2014/main" id="{D0DF88B0-FA8A-47F5-8EAC-1880B1A51B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22894" y="-5799"/>
              <a:ext cx="7269107" cy="6858000"/>
            </a:xfrm>
            <a:custGeom>
              <a:avLst/>
              <a:gdLst>
                <a:gd name="connsiteX0" fmla="*/ 7269107 w 7269107"/>
                <a:gd name="connsiteY0" fmla="*/ 5518449 h 6858000"/>
                <a:gd name="connsiteX1" fmla="*/ 7269107 w 7269107"/>
                <a:gd name="connsiteY1" fmla="*/ 6823281 h 6858000"/>
                <a:gd name="connsiteX2" fmla="*/ 7224122 w 7269107"/>
                <a:gd name="connsiteY2" fmla="*/ 6858000 h 6858000"/>
                <a:gd name="connsiteX3" fmla="*/ 4927054 w 7269107"/>
                <a:gd name="connsiteY3" fmla="*/ 6858000 h 6858000"/>
                <a:gd name="connsiteX4" fmla="*/ 4982167 w 7269107"/>
                <a:gd name="connsiteY4" fmla="*/ 6852876 h 6858000"/>
                <a:gd name="connsiteX5" fmla="*/ 5743768 w 7269107"/>
                <a:gd name="connsiteY5" fmla="*/ 6606245 h 6858000"/>
                <a:gd name="connsiteX6" fmla="*/ 6843778 w 7269107"/>
                <a:gd name="connsiteY6" fmla="*/ 5848440 h 6858000"/>
                <a:gd name="connsiteX7" fmla="*/ 7115515 w 7269107"/>
                <a:gd name="connsiteY7" fmla="*/ 5637891 h 6858000"/>
                <a:gd name="connsiteX8" fmla="*/ 6870111 w 7269107"/>
                <a:gd name="connsiteY8" fmla="*/ 0 h 6858000"/>
                <a:gd name="connsiteX9" fmla="*/ 7269107 w 7269107"/>
                <a:gd name="connsiteY9" fmla="*/ 0 h 6858000"/>
                <a:gd name="connsiteX10" fmla="*/ 7269107 w 7269107"/>
                <a:gd name="connsiteY10" fmla="*/ 243137 h 6858000"/>
                <a:gd name="connsiteX11" fmla="*/ 7089989 w 7269107"/>
                <a:gd name="connsiteY11" fmla="*/ 119955 h 6858000"/>
                <a:gd name="connsiteX12" fmla="*/ 6952948 w 7269107"/>
                <a:gd name="connsiteY12" fmla="*/ 41521 h 6858000"/>
                <a:gd name="connsiteX13" fmla="*/ 1797606 w 7269107"/>
                <a:gd name="connsiteY13" fmla="*/ 0 h 6858000"/>
                <a:gd name="connsiteX14" fmla="*/ 3815328 w 7269107"/>
                <a:gd name="connsiteY14" fmla="*/ 0 h 6858000"/>
                <a:gd name="connsiteX15" fmla="*/ 3627371 w 7269107"/>
                <a:gd name="connsiteY15" fmla="*/ 77142 h 6858000"/>
                <a:gd name="connsiteX16" fmla="*/ 2379115 w 7269107"/>
                <a:gd name="connsiteY16" fmla="*/ 856285 h 6858000"/>
                <a:gd name="connsiteX17" fmla="*/ 1386699 w 7269107"/>
                <a:gd name="connsiteY17" fmla="*/ 2086062 h 6858000"/>
                <a:gd name="connsiteX18" fmla="*/ 1031258 w 7269107"/>
                <a:gd name="connsiteY18" fmla="*/ 3498372 h 6858000"/>
                <a:gd name="connsiteX19" fmla="*/ 1618904 w 7269107"/>
                <a:gd name="connsiteY19" fmla="*/ 4781604 h 6858000"/>
                <a:gd name="connsiteX20" fmla="*/ 1934812 w 7269107"/>
                <a:gd name="connsiteY20" fmla="*/ 5225904 h 6858000"/>
                <a:gd name="connsiteX21" fmla="*/ 3140010 w 7269107"/>
                <a:gd name="connsiteY21" fmla="*/ 6456196 h 6858000"/>
                <a:gd name="connsiteX22" fmla="*/ 4281662 w 7269107"/>
                <a:gd name="connsiteY22" fmla="*/ 6843305 h 6858000"/>
                <a:gd name="connsiteX23" fmla="*/ 4449058 w 7269107"/>
                <a:gd name="connsiteY23" fmla="*/ 6858000 h 6858000"/>
                <a:gd name="connsiteX24" fmla="*/ 1970756 w 7269107"/>
                <a:gd name="connsiteY24" fmla="*/ 6858000 h 6858000"/>
                <a:gd name="connsiteX25" fmla="*/ 1735871 w 7269107"/>
                <a:gd name="connsiteY25" fmla="*/ 6627685 h 6858000"/>
                <a:gd name="connsiteX26" fmla="*/ 1080930 w 7269107"/>
                <a:gd name="connsiteY26" fmla="*/ 5805127 h 6858000"/>
                <a:gd name="connsiteX27" fmla="*/ 0 w 7269107"/>
                <a:gd name="connsiteY27" fmla="*/ 3498372 h 6858000"/>
                <a:gd name="connsiteX28" fmla="*/ 1708172 w 7269107"/>
                <a:gd name="connsiteY28" fmla="*/ 7330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269107" h="6858000">
                  <a:moveTo>
                    <a:pt x="7269107" y="5518449"/>
                  </a:moveTo>
                  <a:lnTo>
                    <a:pt x="7269107" y="6823281"/>
                  </a:lnTo>
                  <a:lnTo>
                    <a:pt x="7224122" y="6858000"/>
                  </a:lnTo>
                  <a:lnTo>
                    <a:pt x="4927054" y="6858000"/>
                  </a:lnTo>
                  <a:lnTo>
                    <a:pt x="4982167" y="6852876"/>
                  </a:lnTo>
                  <a:cubicBezTo>
                    <a:pt x="5236517" y="6821036"/>
                    <a:pt x="5483373" y="6740566"/>
                    <a:pt x="5743768" y="6606245"/>
                  </a:cubicBezTo>
                  <a:cubicBezTo>
                    <a:pt x="6099551" y="6422337"/>
                    <a:pt x="6452586" y="6154209"/>
                    <a:pt x="6843778" y="5848440"/>
                  </a:cubicBezTo>
                  <a:cubicBezTo>
                    <a:pt x="6935559" y="5776768"/>
                    <a:pt x="7026997" y="5706642"/>
                    <a:pt x="7115515" y="5637891"/>
                  </a:cubicBezTo>
                  <a:close/>
                  <a:moveTo>
                    <a:pt x="6870111" y="0"/>
                  </a:moveTo>
                  <a:lnTo>
                    <a:pt x="7269107" y="0"/>
                  </a:lnTo>
                  <a:lnTo>
                    <a:pt x="7269107" y="243137"/>
                  </a:lnTo>
                  <a:lnTo>
                    <a:pt x="7089989" y="119955"/>
                  </a:lnTo>
                  <a:cubicBezTo>
                    <a:pt x="7045081" y="92581"/>
                    <a:pt x="6999384" y="66425"/>
                    <a:pt x="6952948" y="41521"/>
                  </a:cubicBezTo>
                  <a:close/>
                  <a:moveTo>
                    <a:pt x="1797606" y="0"/>
                  </a:moveTo>
                  <a:lnTo>
                    <a:pt x="3815328" y="0"/>
                  </a:lnTo>
                  <a:lnTo>
                    <a:pt x="3627371" y="77142"/>
                  </a:lnTo>
                  <a:cubicBezTo>
                    <a:pt x="3175548" y="273822"/>
                    <a:pt x="2754868" y="536281"/>
                    <a:pt x="2379115" y="856285"/>
                  </a:cubicBezTo>
                  <a:cubicBezTo>
                    <a:pt x="1959736" y="1215679"/>
                    <a:pt x="1616497" y="1640901"/>
                    <a:pt x="1386699" y="2086062"/>
                  </a:cubicBezTo>
                  <a:cubicBezTo>
                    <a:pt x="1151572" y="2543083"/>
                    <a:pt x="1031258" y="3018150"/>
                    <a:pt x="1031258" y="3498372"/>
                  </a:cubicBezTo>
                  <a:cubicBezTo>
                    <a:pt x="1031258" y="3957455"/>
                    <a:pt x="1211213" y="4223692"/>
                    <a:pt x="1618904" y="4781604"/>
                  </a:cubicBezTo>
                  <a:cubicBezTo>
                    <a:pt x="1720826" y="4921339"/>
                    <a:pt x="1826186" y="5065887"/>
                    <a:pt x="1934812" y="5225904"/>
                  </a:cubicBezTo>
                  <a:cubicBezTo>
                    <a:pt x="2318957" y="5792064"/>
                    <a:pt x="2713069" y="6194600"/>
                    <a:pt x="3140010" y="6456196"/>
                  </a:cubicBezTo>
                  <a:cubicBezTo>
                    <a:pt x="3479423" y="6664512"/>
                    <a:pt x="3855769" y="6792387"/>
                    <a:pt x="4281662" y="6843305"/>
                  </a:cubicBezTo>
                  <a:lnTo>
                    <a:pt x="4449058" y="6858000"/>
                  </a:lnTo>
                  <a:lnTo>
                    <a:pt x="1970756" y="6858000"/>
                  </a:lnTo>
                  <a:lnTo>
                    <a:pt x="1735871" y="6627685"/>
                  </a:lnTo>
                  <a:cubicBezTo>
                    <a:pt x="1502482" y="6382823"/>
                    <a:pt x="1285773" y="6107254"/>
                    <a:pt x="1080930" y="5805127"/>
                  </a:cubicBezTo>
                  <a:cubicBezTo>
                    <a:pt x="556364" y="5032027"/>
                    <a:pt x="0" y="4501616"/>
                    <a:pt x="0" y="3498372"/>
                  </a:cubicBezTo>
                  <a:cubicBezTo>
                    <a:pt x="0" y="2160829"/>
                    <a:pt x="685185" y="949872"/>
                    <a:pt x="1708172" y="73302"/>
                  </a:cubicBezTo>
                  <a:close/>
                </a:path>
              </a:pathLst>
            </a:custGeom>
            <a:gradFill>
              <a:gsLst>
                <a:gs pos="2000">
                  <a:schemeClr val="bg1">
                    <a:alpha val="10000"/>
                  </a:schemeClr>
                </a:gs>
                <a:gs pos="5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 name="Content Placeholder 2">
            <a:extLst>
              <a:ext uri="{FF2B5EF4-FFF2-40B4-BE49-F238E27FC236}">
                <a16:creationId xmlns:a16="http://schemas.microsoft.com/office/drawing/2014/main" id="{439E82AC-A31A-5F33-3B92-B89A3BA9D5A0}"/>
              </a:ext>
            </a:extLst>
          </p:cNvPr>
          <p:cNvSpPr>
            <a:spLocks noGrp="1"/>
          </p:cNvSpPr>
          <p:nvPr>
            <p:ph idx="1"/>
          </p:nvPr>
        </p:nvSpPr>
        <p:spPr>
          <a:xfrm>
            <a:off x="6632812" y="1032987"/>
            <a:ext cx="4919108" cy="4792027"/>
          </a:xfrm>
        </p:spPr>
        <p:txBody>
          <a:bodyPr anchor="ctr">
            <a:normAutofit/>
          </a:bodyPr>
          <a:lstStyle/>
          <a:p>
            <a:pPr marL="0" indent="0">
              <a:buNone/>
            </a:pPr>
            <a:r>
              <a:rPr lang="en-US" sz="1600">
                <a:solidFill>
                  <a:schemeClr val="tx2"/>
                </a:solidFill>
              </a:rPr>
              <a:t>Solution for efficient usage of AI tools across different streams</a:t>
            </a:r>
          </a:p>
          <a:p>
            <a:pPr marL="0" indent="0">
              <a:buNone/>
            </a:pPr>
            <a:r>
              <a:rPr lang="en-US" sz="1600">
                <a:solidFill>
                  <a:schemeClr val="tx2"/>
                </a:solidFill>
              </a:rPr>
              <a:t>1.Establish Clear AI Usage Policies</a:t>
            </a:r>
          </a:p>
          <a:p>
            <a:pPr marL="0" indent="0">
              <a:buNone/>
            </a:pPr>
            <a:r>
              <a:rPr lang="en-US" sz="1600">
                <a:solidFill>
                  <a:schemeClr val="tx2"/>
                </a:solidFill>
              </a:rPr>
              <a:t>2.Train Teachers and Faculty.</a:t>
            </a:r>
          </a:p>
          <a:p>
            <a:pPr marL="0" indent="0">
              <a:buNone/>
            </a:pPr>
            <a:r>
              <a:rPr lang="en-US" sz="1600">
                <a:solidFill>
                  <a:schemeClr val="tx2"/>
                </a:solidFill>
              </a:rPr>
              <a:t>3.Update Assessment Methods</a:t>
            </a:r>
          </a:p>
          <a:p>
            <a:pPr marL="0" indent="0">
              <a:buNone/>
            </a:pPr>
            <a:r>
              <a:rPr lang="en-US" sz="1600">
                <a:solidFill>
                  <a:schemeClr val="tx2"/>
                </a:solidFill>
              </a:rPr>
              <a:t>Solution for efficient usage of AI tools across different states</a:t>
            </a:r>
          </a:p>
          <a:p>
            <a:pPr marL="0" indent="0">
              <a:buNone/>
            </a:pPr>
            <a:r>
              <a:rPr lang="en-US" sz="1600">
                <a:solidFill>
                  <a:schemeClr val="tx2"/>
                </a:solidFill>
              </a:rPr>
              <a:t>1.Strengthen Digital Infrastructures</a:t>
            </a:r>
          </a:p>
          <a:p>
            <a:pPr marL="0" indent="0">
              <a:buNone/>
            </a:pPr>
            <a:r>
              <a:rPr lang="en-US" sz="1600">
                <a:solidFill>
                  <a:schemeClr val="tx2"/>
                </a:solidFill>
              </a:rPr>
              <a:t>2.Provide Free National AI Learning Platforms.</a:t>
            </a:r>
          </a:p>
          <a:p>
            <a:pPr marL="0" indent="0">
              <a:buNone/>
            </a:pPr>
            <a:r>
              <a:rPr lang="en-US" sz="1600">
                <a:solidFill>
                  <a:schemeClr val="tx2"/>
                </a:solidFill>
              </a:rPr>
              <a:t>3.Subsidized AI Software for Students</a:t>
            </a:r>
          </a:p>
          <a:p>
            <a:pPr marL="0" indent="0">
              <a:buNone/>
            </a:pPr>
            <a:r>
              <a:rPr lang="en-US" sz="1600">
                <a:solidFill>
                  <a:schemeClr val="tx2"/>
                </a:solidFill>
              </a:rPr>
              <a:t>4.Regional Language AI Support</a:t>
            </a:r>
          </a:p>
          <a:p>
            <a:pPr marL="0" indent="0">
              <a:buNone/>
            </a:pPr>
            <a:r>
              <a:rPr lang="en-US" sz="1600">
                <a:solidFill>
                  <a:schemeClr val="tx2"/>
                </a:solidFill>
              </a:rPr>
              <a:t>Solution for making AI utilised more effeciently to positively impact Academic performance</a:t>
            </a:r>
          </a:p>
          <a:p>
            <a:pPr marL="0" indent="0">
              <a:buNone/>
            </a:pPr>
            <a:r>
              <a:rPr lang="en-US" sz="1600">
                <a:solidFill>
                  <a:schemeClr val="tx2"/>
                </a:solidFill>
              </a:rPr>
              <a:t>1. Increase Awareness of AI Tools</a:t>
            </a:r>
          </a:p>
          <a:p>
            <a:pPr marL="0" indent="0">
              <a:buNone/>
            </a:pPr>
            <a:r>
              <a:rPr lang="en-US" sz="1600">
                <a:solidFill>
                  <a:schemeClr val="tx2"/>
                </a:solidFill>
              </a:rPr>
              <a:t>2. Provide Training on Effective Usage</a:t>
            </a:r>
            <a:endParaRPr lang="en-IN" sz="1600">
              <a:solidFill>
                <a:schemeClr val="tx2"/>
              </a:solidFill>
            </a:endParaRPr>
          </a:p>
        </p:txBody>
      </p:sp>
    </p:spTree>
    <p:extLst>
      <p:ext uri="{BB962C8B-B14F-4D97-AF65-F5344CB8AC3E}">
        <p14:creationId xmlns:p14="http://schemas.microsoft.com/office/powerpoint/2010/main" val="10955809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EB223-EE62-BB1E-443C-E2CF2AE71D35}"/>
              </a:ext>
            </a:extLst>
          </p:cNvPr>
          <p:cNvSpPr>
            <a:spLocks noGrp="1"/>
          </p:cNvSpPr>
          <p:nvPr>
            <p:ph type="title"/>
          </p:nvPr>
        </p:nvSpPr>
        <p:spPr>
          <a:xfrm>
            <a:off x="838200" y="67112"/>
            <a:ext cx="10515600" cy="830510"/>
          </a:xfrm>
        </p:spPr>
        <p:txBody>
          <a:bodyPr>
            <a:normAutofit/>
          </a:bodyPr>
          <a:lstStyle/>
          <a:p>
            <a:pPr algn="ctr"/>
            <a:r>
              <a:rPr lang="en-IN" dirty="0"/>
              <a:t>DASHBOARED 1</a:t>
            </a:r>
          </a:p>
        </p:txBody>
      </p:sp>
      <p:pic>
        <p:nvPicPr>
          <p:cNvPr id="5" name="Content Placeholder 4">
            <a:extLst>
              <a:ext uri="{FF2B5EF4-FFF2-40B4-BE49-F238E27FC236}">
                <a16:creationId xmlns:a16="http://schemas.microsoft.com/office/drawing/2014/main" id="{4521C2E8-3FB2-1D24-27F6-3B295717A83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1015068"/>
            <a:ext cx="12192000" cy="5842932"/>
          </a:xfrm>
          <a:prstGeom prst="rect">
            <a:avLst/>
          </a:prstGeom>
        </p:spPr>
      </p:pic>
    </p:spTree>
    <p:extLst>
      <p:ext uri="{BB962C8B-B14F-4D97-AF65-F5344CB8AC3E}">
        <p14:creationId xmlns:p14="http://schemas.microsoft.com/office/powerpoint/2010/main" val="7580801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FA5278-1EC3-C0AD-35FC-3B4DE64D8C7D}"/>
              </a:ext>
            </a:extLst>
          </p:cNvPr>
          <p:cNvSpPr>
            <a:spLocks noGrp="1"/>
          </p:cNvSpPr>
          <p:nvPr>
            <p:ph type="title"/>
          </p:nvPr>
        </p:nvSpPr>
        <p:spPr>
          <a:xfrm>
            <a:off x="838200" y="134223"/>
            <a:ext cx="10515600" cy="931179"/>
          </a:xfrm>
        </p:spPr>
        <p:txBody>
          <a:bodyPr/>
          <a:lstStyle/>
          <a:p>
            <a:pPr algn="ctr"/>
            <a:r>
              <a:rPr lang="en-IN" dirty="0"/>
              <a:t>DASHBOARED 2</a:t>
            </a:r>
          </a:p>
        </p:txBody>
      </p:sp>
      <p:pic>
        <p:nvPicPr>
          <p:cNvPr id="5" name="Content Placeholder 4">
            <a:extLst>
              <a:ext uri="{FF2B5EF4-FFF2-40B4-BE49-F238E27FC236}">
                <a16:creationId xmlns:a16="http://schemas.microsoft.com/office/drawing/2014/main" id="{D86AA703-E1A8-149E-BFD5-20BD87DC0E1F}"/>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906011"/>
            <a:ext cx="12192000" cy="5951989"/>
          </a:xfrm>
          <a:prstGeom prst="rect">
            <a:avLst/>
          </a:prstGeom>
        </p:spPr>
      </p:pic>
    </p:spTree>
    <p:extLst>
      <p:ext uri="{BB962C8B-B14F-4D97-AF65-F5344CB8AC3E}">
        <p14:creationId xmlns:p14="http://schemas.microsoft.com/office/powerpoint/2010/main" val="29900187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A4BE9A-7795-F536-5CBD-25A6B573C931}"/>
              </a:ext>
            </a:extLst>
          </p:cNvPr>
          <p:cNvSpPr>
            <a:spLocks noGrp="1"/>
          </p:cNvSpPr>
          <p:nvPr>
            <p:ph type="title"/>
          </p:nvPr>
        </p:nvSpPr>
        <p:spPr>
          <a:xfrm>
            <a:off x="838200" y="111760"/>
            <a:ext cx="10515600" cy="701040"/>
          </a:xfrm>
        </p:spPr>
        <p:txBody>
          <a:bodyPr/>
          <a:lstStyle/>
          <a:p>
            <a:pPr algn="ctr"/>
            <a:r>
              <a:rPr lang="en-IN" dirty="0"/>
              <a:t>DASHBOARED 3</a:t>
            </a:r>
          </a:p>
        </p:txBody>
      </p:sp>
      <p:pic>
        <p:nvPicPr>
          <p:cNvPr id="7" name="Content Placeholder 6">
            <a:extLst>
              <a:ext uri="{FF2B5EF4-FFF2-40B4-BE49-F238E27FC236}">
                <a16:creationId xmlns:a16="http://schemas.microsoft.com/office/drawing/2014/main" id="{4F1D14DB-3C92-8554-B60F-8BC0F044405A}"/>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32080" y="1198880"/>
            <a:ext cx="12059920" cy="5659120"/>
          </a:xfrm>
          <a:prstGeom prst="rect">
            <a:avLst/>
          </a:prstGeom>
        </p:spPr>
      </p:pic>
    </p:spTree>
    <p:extLst>
      <p:ext uri="{BB962C8B-B14F-4D97-AF65-F5344CB8AC3E}">
        <p14:creationId xmlns:p14="http://schemas.microsoft.com/office/powerpoint/2010/main" val="31082343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 name="Rectangle 40">
            <a:extLst>
              <a:ext uri="{FF2B5EF4-FFF2-40B4-BE49-F238E27FC236}">
                <a16:creationId xmlns:a16="http://schemas.microsoft.com/office/drawing/2014/main" id="{889C5E17-24D0-4696-A3C5-A2261FB455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6929B58F-2358-44CC-ACE5-EF1BD3C6C8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le 1">
            <a:extLst>
              <a:ext uri="{FF2B5EF4-FFF2-40B4-BE49-F238E27FC236}">
                <a16:creationId xmlns:a16="http://schemas.microsoft.com/office/drawing/2014/main" id="{9FD635E1-276F-3710-CAB6-D57D290F3CC4}"/>
              </a:ext>
            </a:extLst>
          </p:cNvPr>
          <p:cNvSpPr>
            <a:spLocks noGrp="1"/>
          </p:cNvSpPr>
          <p:nvPr>
            <p:ph type="title"/>
          </p:nvPr>
        </p:nvSpPr>
        <p:spPr>
          <a:xfrm>
            <a:off x="804672" y="1243013"/>
            <a:ext cx="3855720" cy="4371974"/>
          </a:xfrm>
        </p:spPr>
        <p:txBody>
          <a:bodyPr>
            <a:normAutofit/>
          </a:bodyPr>
          <a:lstStyle/>
          <a:p>
            <a:r>
              <a:rPr lang="en-IN" sz="3600">
                <a:solidFill>
                  <a:schemeClr val="tx2"/>
                </a:solidFill>
              </a:rPr>
              <a:t>CONCLUTION</a:t>
            </a:r>
          </a:p>
        </p:txBody>
      </p:sp>
      <p:grpSp>
        <p:nvGrpSpPr>
          <p:cNvPr id="45" name="Group 44">
            <a:extLst>
              <a:ext uri="{FF2B5EF4-FFF2-40B4-BE49-F238E27FC236}">
                <a16:creationId xmlns:a16="http://schemas.microsoft.com/office/drawing/2014/main" id="{09DA5303-A1AF-4830-806C-51FCD96188B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897348" y="5285"/>
            <a:ext cx="7294653" cy="6858000"/>
            <a:chOff x="4897348" y="-5799"/>
            <a:chExt cx="7294653" cy="6858000"/>
          </a:xfrm>
        </p:grpSpPr>
        <p:sp>
          <p:nvSpPr>
            <p:cNvPr id="46" name="Freeform: Shape 45">
              <a:extLst>
                <a:ext uri="{FF2B5EF4-FFF2-40B4-BE49-F238E27FC236}">
                  <a16:creationId xmlns:a16="http://schemas.microsoft.com/office/drawing/2014/main" id="{4FAAA8C8-4EB7-45F1-BF24-3EF0F4DC44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897348" y="-5798"/>
              <a:ext cx="7294652" cy="6857999"/>
            </a:xfrm>
            <a:custGeom>
              <a:avLst/>
              <a:gdLst>
                <a:gd name="connsiteX0" fmla="*/ 7294652 w 7294652"/>
                <a:gd name="connsiteY0" fmla="*/ 6063030 h 6857999"/>
                <a:gd name="connsiteX1" fmla="*/ 7294652 w 7294652"/>
                <a:gd name="connsiteY1" fmla="*/ 6857999 h 6857999"/>
                <a:gd name="connsiteX2" fmla="*/ 6248575 w 7294652"/>
                <a:gd name="connsiteY2" fmla="*/ 6857999 h 6857999"/>
                <a:gd name="connsiteX3" fmla="*/ 6477898 w 7294652"/>
                <a:gd name="connsiteY3" fmla="*/ 6700973 h 6857999"/>
                <a:gd name="connsiteX4" fmla="*/ 6647884 w 7294652"/>
                <a:gd name="connsiteY4" fmla="*/ 6572752 h 6857999"/>
                <a:gd name="connsiteX5" fmla="*/ 6817698 w 7294652"/>
                <a:gd name="connsiteY5" fmla="*/ 6440235 h 6857999"/>
                <a:gd name="connsiteX6" fmla="*/ 7161451 w 7294652"/>
                <a:gd name="connsiteY6" fmla="*/ 6165232 h 6857999"/>
                <a:gd name="connsiteX7" fmla="*/ 1673436 w 7294652"/>
                <a:gd name="connsiteY7" fmla="*/ 0 h 6857999"/>
                <a:gd name="connsiteX8" fmla="*/ 2394951 w 7294652"/>
                <a:gd name="connsiteY8" fmla="*/ 0 h 6857999"/>
                <a:gd name="connsiteX9" fmla="*/ 2244659 w 7294652"/>
                <a:gd name="connsiteY9" fmla="*/ 100763 h 6857999"/>
                <a:gd name="connsiteX10" fmla="*/ 1743903 w 7294652"/>
                <a:gd name="connsiteY10" fmla="*/ 498975 h 6857999"/>
                <a:gd name="connsiteX11" fmla="*/ 1163821 w 7294652"/>
                <a:gd name="connsiteY11" fmla="*/ 1121514 h 6857999"/>
                <a:gd name="connsiteX12" fmla="*/ 704911 w 7294652"/>
                <a:gd name="connsiteY12" fmla="*/ 1837036 h 6857999"/>
                <a:gd name="connsiteX13" fmla="*/ 393472 w 7294652"/>
                <a:gd name="connsiteY13" fmla="*/ 2627669 h 6857999"/>
                <a:gd name="connsiteX14" fmla="*/ 280032 w 7294652"/>
                <a:gd name="connsiteY14" fmla="*/ 3472097 h 6857999"/>
                <a:gd name="connsiteX15" fmla="*/ 327813 w 7294652"/>
                <a:gd name="connsiteY15" fmla="*/ 3884602 h 6857999"/>
                <a:gd name="connsiteX16" fmla="*/ 469096 w 7294652"/>
                <a:gd name="connsiteY16" fmla="*/ 4270809 h 6857999"/>
                <a:gd name="connsiteX17" fmla="*/ 567581 w 7294652"/>
                <a:gd name="connsiteY17" fmla="*/ 4452482 h 6857999"/>
                <a:gd name="connsiteX18" fmla="*/ 680677 w 7294652"/>
                <a:gd name="connsiteY18" fmla="*/ 4628484 h 6857999"/>
                <a:gd name="connsiteX19" fmla="*/ 941928 w 7294652"/>
                <a:gd name="connsiteY19" fmla="*/ 4968628 h 6857999"/>
                <a:gd name="connsiteX20" fmla="*/ 1224665 w 7294652"/>
                <a:gd name="connsiteY20" fmla="*/ 5311349 h 6857999"/>
                <a:gd name="connsiteX21" fmla="*/ 1365259 w 7294652"/>
                <a:gd name="connsiteY21" fmla="*/ 5490273 h 6857999"/>
                <a:gd name="connsiteX22" fmla="*/ 1432808 w 7294652"/>
                <a:gd name="connsiteY22" fmla="*/ 5577931 h 6857999"/>
                <a:gd name="connsiteX23" fmla="*/ 1498980 w 7294652"/>
                <a:gd name="connsiteY23" fmla="*/ 5662148 h 6857999"/>
                <a:gd name="connsiteX24" fmla="*/ 2067548 w 7294652"/>
                <a:gd name="connsiteY24" fmla="*/ 6283312 h 6857999"/>
                <a:gd name="connsiteX25" fmla="*/ 2369879 w 7294652"/>
                <a:gd name="connsiteY25" fmla="*/ 6562782 h 6857999"/>
                <a:gd name="connsiteX26" fmla="*/ 2686645 w 7294652"/>
                <a:gd name="connsiteY26" fmla="*/ 6820598 h 6857999"/>
                <a:gd name="connsiteX27" fmla="*/ 2738907 w 7294652"/>
                <a:gd name="connsiteY27" fmla="*/ 6857999 h 6857999"/>
                <a:gd name="connsiteX28" fmla="*/ 1731787 w 7294652"/>
                <a:gd name="connsiteY28" fmla="*/ 6857999 h 6857999"/>
                <a:gd name="connsiteX29" fmla="*/ 1607949 w 7294652"/>
                <a:gd name="connsiteY29" fmla="*/ 6732770 h 6857999"/>
                <a:gd name="connsiteX30" fmla="*/ 1309057 w 7294652"/>
                <a:gd name="connsiteY30" fmla="*/ 6370109 h 6857999"/>
                <a:gd name="connsiteX31" fmla="*/ 1048147 w 7294652"/>
                <a:gd name="connsiteY31" fmla="*/ 5986138 h 6857999"/>
                <a:gd name="connsiteX32" fmla="*/ 987131 w 7294652"/>
                <a:gd name="connsiteY32" fmla="*/ 5888512 h 6857999"/>
                <a:gd name="connsiteX33" fmla="*/ 928866 w 7294652"/>
                <a:gd name="connsiteY33" fmla="*/ 5793463 h 6857999"/>
                <a:gd name="connsiteX34" fmla="*/ 813708 w 7294652"/>
                <a:gd name="connsiteY34" fmla="*/ 5609556 h 6857999"/>
                <a:gd name="connsiteX35" fmla="*/ 574972 w 7294652"/>
                <a:gd name="connsiteY35" fmla="*/ 5231598 h 6857999"/>
                <a:gd name="connsiteX36" fmla="*/ 342424 w 7294652"/>
                <a:gd name="connsiteY36" fmla="*/ 4834048 h 6857999"/>
                <a:gd name="connsiteX37" fmla="*/ 237579 w 7294652"/>
                <a:gd name="connsiteY37" fmla="*/ 4623500 h 6857999"/>
                <a:gd name="connsiteX38" fmla="*/ 148373 w 7294652"/>
                <a:gd name="connsiteY38" fmla="*/ 4404356 h 6857999"/>
                <a:gd name="connsiteX39" fmla="*/ 79623 w 7294652"/>
                <a:gd name="connsiteY39" fmla="*/ 4175762 h 6857999"/>
                <a:gd name="connsiteX40" fmla="*/ 54185 w 7294652"/>
                <a:gd name="connsiteY40" fmla="*/ 4059229 h 6857999"/>
                <a:gd name="connsiteX41" fmla="*/ 43013 w 7294652"/>
                <a:gd name="connsiteY41" fmla="*/ 4000790 h 6857999"/>
                <a:gd name="connsiteX42" fmla="*/ 33734 w 7294652"/>
                <a:gd name="connsiteY42" fmla="*/ 3942180 h 6857999"/>
                <a:gd name="connsiteX43" fmla="*/ 45 w 7294652"/>
                <a:gd name="connsiteY43" fmla="*/ 3472097 h 6857999"/>
                <a:gd name="connsiteX44" fmla="*/ 95436 w 7294652"/>
                <a:gd name="connsiteY44" fmla="*/ 2557372 h 6857999"/>
                <a:gd name="connsiteX45" fmla="*/ 382126 w 7294652"/>
                <a:gd name="connsiteY45" fmla="*/ 1680799 h 6857999"/>
                <a:gd name="connsiteX46" fmla="*/ 1457043 w 7294652"/>
                <a:gd name="connsiteY46" fmla="*/ 19217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7294652" h="6857999">
                  <a:moveTo>
                    <a:pt x="7294652" y="6063030"/>
                  </a:moveTo>
                  <a:lnTo>
                    <a:pt x="7294652" y="6857999"/>
                  </a:lnTo>
                  <a:lnTo>
                    <a:pt x="6248575" y="6857999"/>
                  </a:lnTo>
                  <a:lnTo>
                    <a:pt x="6477898" y="6700973"/>
                  </a:lnTo>
                  <a:cubicBezTo>
                    <a:pt x="6534790" y="6659378"/>
                    <a:pt x="6591336" y="6616237"/>
                    <a:pt x="6647884" y="6572752"/>
                  </a:cubicBezTo>
                  <a:cubicBezTo>
                    <a:pt x="6704432" y="6529268"/>
                    <a:pt x="6761151" y="6485095"/>
                    <a:pt x="6817698" y="6440235"/>
                  </a:cubicBezTo>
                  <a:lnTo>
                    <a:pt x="7161451" y="6165232"/>
                  </a:lnTo>
                  <a:close/>
                  <a:moveTo>
                    <a:pt x="1673436" y="0"/>
                  </a:moveTo>
                  <a:lnTo>
                    <a:pt x="2394951" y="0"/>
                  </a:lnTo>
                  <a:lnTo>
                    <a:pt x="2244659" y="100763"/>
                  </a:lnTo>
                  <a:cubicBezTo>
                    <a:pt x="2071051" y="224086"/>
                    <a:pt x="1903860" y="356975"/>
                    <a:pt x="1743903" y="498975"/>
                  </a:cubicBezTo>
                  <a:cubicBezTo>
                    <a:pt x="1533218" y="689638"/>
                    <a:pt x="1339146" y="897902"/>
                    <a:pt x="1163821" y="1121514"/>
                  </a:cubicBezTo>
                  <a:cubicBezTo>
                    <a:pt x="988284" y="1344764"/>
                    <a:pt x="834608" y="1584376"/>
                    <a:pt x="704911" y="1837036"/>
                  </a:cubicBezTo>
                  <a:cubicBezTo>
                    <a:pt x="573950" y="2089059"/>
                    <a:pt x="469577" y="2354041"/>
                    <a:pt x="393472" y="2627669"/>
                  </a:cubicBezTo>
                  <a:cubicBezTo>
                    <a:pt x="318269" y="2902842"/>
                    <a:pt x="280119" y="3186833"/>
                    <a:pt x="280032" y="3472097"/>
                  </a:cubicBezTo>
                  <a:cubicBezTo>
                    <a:pt x="280349" y="3610956"/>
                    <a:pt x="296380" y="3749334"/>
                    <a:pt x="327813" y="3884602"/>
                  </a:cubicBezTo>
                  <a:cubicBezTo>
                    <a:pt x="360878" y="4018046"/>
                    <a:pt x="408244" y="4147540"/>
                    <a:pt x="469096" y="4270809"/>
                  </a:cubicBezTo>
                  <a:cubicBezTo>
                    <a:pt x="499175" y="4332511"/>
                    <a:pt x="532347" y="4393012"/>
                    <a:pt x="567581" y="4452482"/>
                  </a:cubicBezTo>
                  <a:cubicBezTo>
                    <a:pt x="602815" y="4511953"/>
                    <a:pt x="641144" y="4570562"/>
                    <a:pt x="680677" y="4628484"/>
                  </a:cubicBezTo>
                  <a:cubicBezTo>
                    <a:pt x="760771" y="4743985"/>
                    <a:pt x="849802" y="4856048"/>
                    <a:pt x="941928" y="4968628"/>
                  </a:cubicBezTo>
                  <a:cubicBezTo>
                    <a:pt x="1034055" y="5081206"/>
                    <a:pt x="1130994" y="5193958"/>
                    <a:pt x="1224665" y="5311349"/>
                  </a:cubicBezTo>
                  <a:cubicBezTo>
                    <a:pt x="1271987" y="5369787"/>
                    <a:pt x="1318853" y="5429429"/>
                    <a:pt x="1365259" y="5490273"/>
                  </a:cubicBezTo>
                  <a:lnTo>
                    <a:pt x="1432808" y="5577931"/>
                  </a:lnTo>
                  <a:cubicBezTo>
                    <a:pt x="1454979" y="5605947"/>
                    <a:pt x="1476121" y="5634821"/>
                    <a:pt x="1498980" y="5662148"/>
                  </a:cubicBezTo>
                  <a:cubicBezTo>
                    <a:pt x="1676323" y="5880038"/>
                    <a:pt x="1866158" y="6087441"/>
                    <a:pt x="2067548" y="6283312"/>
                  </a:cubicBezTo>
                  <a:cubicBezTo>
                    <a:pt x="2166203" y="6379907"/>
                    <a:pt x="2266974" y="6473064"/>
                    <a:pt x="2369879" y="6562782"/>
                  </a:cubicBezTo>
                  <a:cubicBezTo>
                    <a:pt x="2473005" y="6652331"/>
                    <a:pt x="2577677" y="6738957"/>
                    <a:pt x="2686645" y="6820598"/>
                  </a:cubicBezTo>
                  <a:lnTo>
                    <a:pt x="2738907" y="6857999"/>
                  </a:lnTo>
                  <a:lnTo>
                    <a:pt x="1731787" y="6857999"/>
                  </a:lnTo>
                  <a:lnTo>
                    <a:pt x="1607949" y="6732770"/>
                  </a:lnTo>
                  <a:cubicBezTo>
                    <a:pt x="1501232" y="6617903"/>
                    <a:pt x="1401421" y="6496799"/>
                    <a:pt x="1309057" y="6370109"/>
                  </a:cubicBezTo>
                  <a:cubicBezTo>
                    <a:pt x="1217103" y="6244469"/>
                    <a:pt x="1129618" y="6116590"/>
                    <a:pt x="1048147" y="5986138"/>
                  </a:cubicBezTo>
                  <a:cubicBezTo>
                    <a:pt x="1027179" y="5953825"/>
                    <a:pt x="1007414" y="5920996"/>
                    <a:pt x="987131" y="5888512"/>
                  </a:cubicBezTo>
                  <a:lnTo>
                    <a:pt x="928866" y="5793463"/>
                  </a:lnTo>
                  <a:cubicBezTo>
                    <a:pt x="891568" y="5732276"/>
                    <a:pt x="852725" y="5671260"/>
                    <a:pt x="813708" y="5609556"/>
                  </a:cubicBezTo>
                  <a:lnTo>
                    <a:pt x="574972" y="5231598"/>
                  </a:lnTo>
                  <a:cubicBezTo>
                    <a:pt x="495221" y="5103551"/>
                    <a:pt x="416158" y="4971549"/>
                    <a:pt x="342424" y="4834048"/>
                  </a:cubicBezTo>
                  <a:cubicBezTo>
                    <a:pt x="305641" y="4765298"/>
                    <a:pt x="270236" y="4695343"/>
                    <a:pt x="237579" y="4623500"/>
                  </a:cubicBezTo>
                  <a:cubicBezTo>
                    <a:pt x="204922" y="4551655"/>
                    <a:pt x="175187" y="4478607"/>
                    <a:pt x="148373" y="4404356"/>
                  </a:cubicBezTo>
                  <a:cubicBezTo>
                    <a:pt x="121561" y="4330107"/>
                    <a:pt x="99046" y="4252934"/>
                    <a:pt x="79623" y="4175762"/>
                  </a:cubicBezTo>
                  <a:cubicBezTo>
                    <a:pt x="70514" y="4136916"/>
                    <a:pt x="61577" y="4098245"/>
                    <a:pt x="54185" y="4059229"/>
                  </a:cubicBezTo>
                  <a:lnTo>
                    <a:pt x="43013" y="4000790"/>
                  </a:lnTo>
                  <a:lnTo>
                    <a:pt x="33734" y="3942180"/>
                  </a:lnTo>
                  <a:cubicBezTo>
                    <a:pt x="10461" y="3786581"/>
                    <a:pt x="-801" y="3629416"/>
                    <a:pt x="45" y="3472097"/>
                  </a:cubicBezTo>
                  <a:cubicBezTo>
                    <a:pt x="863" y="3164748"/>
                    <a:pt x="32824" y="2858275"/>
                    <a:pt x="95436" y="2557372"/>
                  </a:cubicBezTo>
                  <a:cubicBezTo>
                    <a:pt x="157549" y="2255281"/>
                    <a:pt x="253728" y="1961216"/>
                    <a:pt x="382126" y="1680799"/>
                  </a:cubicBezTo>
                  <a:cubicBezTo>
                    <a:pt x="639940" y="1120482"/>
                    <a:pt x="1015492" y="619117"/>
                    <a:pt x="1457043" y="192176"/>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Freeform: Shape 46">
              <a:extLst>
                <a:ext uri="{FF2B5EF4-FFF2-40B4-BE49-F238E27FC236}">
                  <a16:creationId xmlns:a16="http://schemas.microsoft.com/office/drawing/2014/main" id="{A77FC097-E4F2-4A45-82E8-3808FA553C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0650" y="-5799"/>
              <a:ext cx="7291350" cy="6858000"/>
            </a:xfrm>
            <a:custGeom>
              <a:avLst/>
              <a:gdLst>
                <a:gd name="connsiteX0" fmla="*/ 7291350 w 7291350"/>
                <a:gd name="connsiteY0" fmla="*/ 5718699 h 6858000"/>
                <a:gd name="connsiteX1" fmla="*/ 7291350 w 7291350"/>
                <a:gd name="connsiteY1" fmla="*/ 6806115 h 6858000"/>
                <a:gd name="connsiteX2" fmla="*/ 7224124 w 7291350"/>
                <a:gd name="connsiteY2" fmla="*/ 6858000 h 6858000"/>
                <a:gd name="connsiteX3" fmla="*/ 5607142 w 7291350"/>
                <a:gd name="connsiteY3" fmla="*/ 6858000 h 6858000"/>
                <a:gd name="connsiteX4" fmla="*/ 5736072 w 7291350"/>
                <a:gd name="connsiteY4" fmla="*/ 6801170 h 6858000"/>
                <a:gd name="connsiteX5" fmla="*/ 6949826 w 7291350"/>
                <a:gd name="connsiteY5" fmla="*/ 5983707 h 6858000"/>
                <a:gd name="connsiteX6" fmla="*/ 7220703 w 7291350"/>
                <a:gd name="connsiteY6" fmla="*/ 5773675 h 6858000"/>
                <a:gd name="connsiteX7" fmla="*/ 7218419 w 7291350"/>
                <a:gd name="connsiteY7" fmla="*/ 0 h 6858000"/>
                <a:gd name="connsiteX8" fmla="*/ 7291350 w 7291350"/>
                <a:gd name="connsiteY8" fmla="*/ 0 h 6858000"/>
                <a:gd name="connsiteX9" fmla="*/ 7291350 w 7291350"/>
                <a:gd name="connsiteY9" fmla="*/ 50138 h 6858000"/>
                <a:gd name="connsiteX10" fmla="*/ 1797607 w 7291350"/>
                <a:gd name="connsiteY10" fmla="*/ 0 h 6858000"/>
                <a:gd name="connsiteX11" fmla="*/ 3385676 w 7291350"/>
                <a:gd name="connsiteY11" fmla="*/ 0 h 6858000"/>
                <a:gd name="connsiteX12" fmla="*/ 3360567 w 7291350"/>
                <a:gd name="connsiteY12" fmla="*/ 11552 h 6858000"/>
                <a:gd name="connsiteX13" fmla="*/ 2267395 w 7291350"/>
                <a:gd name="connsiteY13" fmla="*/ 725831 h 6858000"/>
                <a:gd name="connsiteX14" fmla="*/ 1234074 w 7291350"/>
                <a:gd name="connsiteY14" fmla="*/ 2007171 h 6858000"/>
                <a:gd name="connsiteX15" fmla="*/ 859383 w 7291350"/>
                <a:gd name="connsiteY15" fmla="*/ 3498372 h 6858000"/>
                <a:gd name="connsiteX16" fmla="*/ 1479513 w 7291350"/>
                <a:gd name="connsiteY16" fmla="*/ 4883182 h 6858000"/>
                <a:gd name="connsiteX17" fmla="*/ 1791985 w 7291350"/>
                <a:gd name="connsiteY17" fmla="*/ 5322671 h 6858000"/>
                <a:gd name="connsiteX18" fmla="*/ 3397295 w 7291350"/>
                <a:gd name="connsiteY18" fmla="*/ 6784567 h 6858000"/>
                <a:gd name="connsiteX19" fmla="*/ 3590446 w 7291350"/>
                <a:gd name="connsiteY19" fmla="*/ 6858000 h 6858000"/>
                <a:gd name="connsiteX20" fmla="*/ 1970757 w 7291350"/>
                <a:gd name="connsiteY20" fmla="*/ 6858000 h 6858000"/>
                <a:gd name="connsiteX21" fmla="*/ 1735872 w 7291350"/>
                <a:gd name="connsiteY21" fmla="*/ 6627685 h 6858000"/>
                <a:gd name="connsiteX22" fmla="*/ 1080932 w 7291350"/>
                <a:gd name="connsiteY22" fmla="*/ 5805127 h 6858000"/>
                <a:gd name="connsiteX23" fmla="*/ 0 w 7291350"/>
                <a:gd name="connsiteY23" fmla="*/ 3498372 h 6858000"/>
                <a:gd name="connsiteX24" fmla="*/ 1708174 w 7291350"/>
                <a:gd name="connsiteY24" fmla="*/ 7330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291350" h="6858000">
                  <a:moveTo>
                    <a:pt x="7291350" y="5718699"/>
                  </a:moveTo>
                  <a:lnTo>
                    <a:pt x="7291350" y="6806115"/>
                  </a:lnTo>
                  <a:lnTo>
                    <a:pt x="7224124" y="6858000"/>
                  </a:lnTo>
                  <a:lnTo>
                    <a:pt x="5607142" y="6858000"/>
                  </a:lnTo>
                  <a:lnTo>
                    <a:pt x="5736072" y="6801170"/>
                  </a:lnTo>
                  <a:cubicBezTo>
                    <a:pt x="6122313" y="6616106"/>
                    <a:pt x="6503069" y="6332805"/>
                    <a:pt x="6949826" y="5983707"/>
                  </a:cubicBezTo>
                  <a:cubicBezTo>
                    <a:pt x="7041094" y="5912378"/>
                    <a:pt x="7132358" y="5842426"/>
                    <a:pt x="7220703" y="5773675"/>
                  </a:cubicBezTo>
                  <a:close/>
                  <a:moveTo>
                    <a:pt x="7218419" y="0"/>
                  </a:moveTo>
                  <a:lnTo>
                    <a:pt x="7291350" y="0"/>
                  </a:lnTo>
                  <a:lnTo>
                    <a:pt x="7291350" y="50138"/>
                  </a:lnTo>
                  <a:close/>
                  <a:moveTo>
                    <a:pt x="1797607" y="0"/>
                  </a:moveTo>
                  <a:lnTo>
                    <a:pt x="3385676" y="0"/>
                  </a:lnTo>
                  <a:lnTo>
                    <a:pt x="3360567" y="11552"/>
                  </a:lnTo>
                  <a:cubicBezTo>
                    <a:pt x="2968013" y="202286"/>
                    <a:pt x="2600620" y="442170"/>
                    <a:pt x="2267395" y="725831"/>
                  </a:cubicBezTo>
                  <a:cubicBezTo>
                    <a:pt x="1824986" y="1104820"/>
                    <a:pt x="1477279" y="1536057"/>
                    <a:pt x="1234074" y="2007171"/>
                  </a:cubicBezTo>
                  <a:cubicBezTo>
                    <a:pt x="985368" y="2488770"/>
                    <a:pt x="859383" y="2990476"/>
                    <a:pt x="859383" y="3498372"/>
                  </a:cubicBezTo>
                  <a:cubicBezTo>
                    <a:pt x="859383" y="4010222"/>
                    <a:pt x="1060651" y="4308942"/>
                    <a:pt x="1479513" y="4883182"/>
                  </a:cubicBezTo>
                  <a:cubicBezTo>
                    <a:pt x="1580577" y="5021714"/>
                    <a:pt x="1685078" y="5164888"/>
                    <a:pt x="1791985" y="5322671"/>
                  </a:cubicBezTo>
                  <a:cubicBezTo>
                    <a:pt x="2283419" y="6046950"/>
                    <a:pt x="2796809" y="6521439"/>
                    <a:pt x="3397295" y="6784567"/>
                  </a:cubicBezTo>
                  <a:lnTo>
                    <a:pt x="3590446" y="6858000"/>
                  </a:lnTo>
                  <a:lnTo>
                    <a:pt x="1970757" y="6858000"/>
                  </a:lnTo>
                  <a:lnTo>
                    <a:pt x="1735872" y="6627685"/>
                  </a:lnTo>
                  <a:cubicBezTo>
                    <a:pt x="1502484" y="6382823"/>
                    <a:pt x="1285774" y="6107254"/>
                    <a:pt x="1080932" y="5805127"/>
                  </a:cubicBezTo>
                  <a:cubicBezTo>
                    <a:pt x="556365" y="5032027"/>
                    <a:pt x="0" y="4501616"/>
                    <a:pt x="0" y="3498372"/>
                  </a:cubicBezTo>
                  <a:cubicBezTo>
                    <a:pt x="0" y="2160829"/>
                    <a:pt x="685186" y="949872"/>
                    <a:pt x="1708174" y="7330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Freeform: Shape 47">
              <a:extLst>
                <a:ext uri="{FF2B5EF4-FFF2-40B4-BE49-F238E27FC236}">
                  <a16:creationId xmlns:a16="http://schemas.microsoft.com/office/drawing/2014/main" id="{D0DF88B0-FA8A-47F5-8EAC-1880B1A51B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22894" y="-5799"/>
              <a:ext cx="7269107" cy="6858000"/>
            </a:xfrm>
            <a:custGeom>
              <a:avLst/>
              <a:gdLst>
                <a:gd name="connsiteX0" fmla="*/ 7269107 w 7269107"/>
                <a:gd name="connsiteY0" fmla="*/ 5518449 h 6858000"/>
                <a:gd name="connsiteX1" fmla="*/ 7269107 w 7269107"/>
                <a:gd name="connsiteY1" fmla="*/ 6823281 h 6858000"/>
                <a:gd name="connsiteX2" fmla="*/ 7224122 w 7269107"/>
                <a:gd name="connsiteY2" fmla="*/ 6858000 h 6858000"/>
                <a:gd name="connsiteX3" fmla="*/ 4927054 w 7269107"/>
                <a:gd name="connsiteY3" fmla="*/ 6858000 h 6858000"/>
                <a:gd name="connsiteX4" fmla="*/ 4982167 w 7269107"/>
                <a:gd name="connsiteY4" fmla="*/ 6852876 h 6858000"/>
                <a:gd name="connsiteX5" fmla="*/ 5743768 w 7269107"/>
                <a:gd name="connsiteY5" fmla="*/ 6606245 h 6858000"/>
                <a:gd name="connsiteX6" fmla="*/ 6843778 w 7269107"/>
                <a:gd name="connsiteY6" fmla="*/ 5848440 h 6858000"/>
                <a:gd name="connsiteX7" fmla="*/ 7115515 w 7269107"/>
                <a:gd name="connsiteY7" fmla="*/ 5637891 h 6858000"/>
                <a:gd name="connsiteX8" fmla="*/ 6870111 w 7269107"/>
                <a:gd name="connsiteY8" fmla="*/ 0 h 6858000"/>
                <a:gd name="connsiteX9" fmla="*/ 7269107 w 7269107"/>
                <a:gd name="connsiteY9" fmla="*/ 0 h 6858000"/>
                <a:gd name="connsiteX10" fmla="*/ 7269107 w 7269107"/>
                <a:gd name="connsiteY10" fmla="*/ 243137 h 6858000"/>
                <a:gd name="connsiteX11" fmla="*/ 7089989 w 7269107"/>
                <a:gd name="connsiteY11" fmla="*/ 119955 h 6858000"/>
                <a:gd name="connsiteX12" fmla="*/ 6952948 w 7269107"/>
                <a:gd name="connsiteY12" fmla="*/ 41521 h 6858000"/>
                <a:gd name="connsiteX13" fmla="*/ 1797606 w 7269107"/>
                <a:gd name="connsiteY13" fmla="*/ 0 h 6858000"/>
                <a:gd name="connsiteX14" fmla="*/ 3815328 w 7269107"/>
                <a:gd name="connsiteY14" fmla="*/ 0 h 6858000"/>
                <a:gd name="connsiteX15" fmla="*/ 3627371 w 7269107"/>
                <a:gd name="connsiteY15" fmla="*/ 77142 h 6858000"/>
                <a:gd name="connsiteX16" fmla="*/ 2379115 w 7269107"/>
                <a:gd name="connsiteY16" fmla="*/ 856285 h 6858000"/>
                <a:gd name="connsiteX17" fmla="*/ 1386699 w 7269107"/>
                <a:gd name="connsiteY17" fmla="*/ 2086062 h 6858000"/>
                <a:gd name="connsiteX18" fmla="*/ 1031258 w 7269107"/>
                <a:gd name="connsiteY18" fmla="*/ 3498372 h 6858000"/>
                <a:gd name="connsiteX19" fmla="*/ 1618904 w 7269107"/>
                <a:gd name="connsiteY19" fmla="*/ 4781604 h 6858000"/>
                <a:gd name="connsiteX20" fmla="*/ 1934812 w 7269107"/>
                <a:gd name="connsiteY20" fmla="*/ 5225904 h 6858000"/>
                <a:gd name="connsiteX21" fmla="*/ 3140010 w 7269107"/>
                <a:gd name="connsiteY21" fmla="*/ 6456196 h 6858000"/>
                <a:gd name="connsiteX22" fmla="*/ 4281662 w 7269107"/>
                <a:gd name="connsiteY22" fmla="*/ 6843305 h 6858000"/>
                <a:gd name="connsiteX23" fmla="*/ 4449058 w 7269107"/>
                <a:gd name="connsiteY23" fmla="*/ 6858000 h 6858000"/>
                <a:gd name="connsiteX24" fmla="*/ 1970756 w 7269107"/>
                <a:gd name="connsiteY24" fmla="*/ 6858000 h 6858000"/>
                <a:gd name="connsiteX25" fmla="*/ 1735871 w 7269107"/>
                <a:gd name="connsiteY25" fmla="*/ 6627685 h 6858000"/>
                <a:gd name="connsiteX26" fmla="*/ 1080930 w 7269107"/>
                <a:gd name="connsiteY26" fmla="*/ 5805127 h 6858000"/>
                <a:gd name="connsiteX27" fmla="*/ 0 w 7269107"/>
                <a:gd name="connsiteY27" fmla="*/ 3498372 h 6858000"/>
                <a:gd name="connsiteX28" fmla="*/ 1708172 w 7269107"/>
                <a:gd name="connsiteY28" fmla="*/ 7330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269107" h="6858000">
                  <a:moveTo>
                    <a:pt x="7269107" y="5518449"/>
                  </a:moveTo>
                  <a:lnTo>
                    <a:pt x="7269107" y="6823281"/>
                  </a:lnTo>
                  <a:lnTo>
                    <a:pt x="7224122" y="6858000"/>
                  </a:lnTo>
                  <a:lnTo>
                    <a:pt x="4927054" y="6858000"/>
                  </a:lnTo>
                  <a:lnTo>
                    <a:pt x="4982167" y="6852876"/>
                  </a:lnTo>
                  <a:cubicBezTo>
                    <a:pt x="5236517" y="6821036"/>
                    <a:pt x="5483373" y="6740566"/>
                    <a:pt x="5743768" y="6606245"/>
                  </a:cubicBezTo>
                  <a:cubicBezTo>
                    <a:pt x="6099551" y="6422337"/>
                    <a:pt x="6452586" y="6154209"/>
                    <a:pt x="6843778" y="5848440"/>
                  </a:cubicBezTo>
                  <a:cubicBezTo>
                    <a:pt x="6935559" y="5776768"/>
                    <a:pt x="7026997" y="5706642"/>
                    <a:pt x="7115515" y="5637891"/>
                  </a:cubicBezTo>
                  <a:close/>
                  <a:moveTo>
                    <a:pt x="6870111" y="0"/>
                  </a:moveTo>
                  <a:lnTo>
                    <a:pt x="7269107" y="0"/>
                  </a:lnTo>
                  <a:lnTo>
                    <a:pt x="7269107" y="243137"/>
                  </a:lnTo>
                  <a:lnTo>
                    <a:pt x="7089989" y="119955"/>
                  </a:lnTo>
                  <a:cubicBezTo>
                    <a:pt x="7045081" y="92581"/>
                    <a:pt x="6999384" y="66425"/>
                    <a:pt x="6952948" y="41521"/>
                  </a:cubicBezTo>
                  <a:close/>
                  <a:moveTo>
                    <a:pt x="1797606" y="0"/>
                  </a:moveTo>
                  <a:lnTo>
                    <a:pt x="3815328" y="0"/>
                  </a:lnTo>
                  <a:lnTo>
                    <a:pt x="3627371" y="77142"/>
                  </a:lnTo>
                  <a:cubicBezTo>
                    <a:pt x="3175548" y="273822"/>
                    <a:pt x="2754868" y="536281"/>
                    <a:pt x="2379115" y="856285"/>
                  </a:cubicBezTo>
                  <a:cubicBezTo>
                    <a:pt x="1959736" y="1215679"/>
                    <a:pt x="1616497" y="1640901"/>
                    <a:pt x="1386699" y="2086062"/>
                  </a:cubicBezTo>
                  <a:cubicBezTo>
                    <a:pt x="1151572" y="2543083"/>
                    <a:pt x="1031258" y="3018150"/>
                    <a:pt x="1031258" y="3498372"/>
                  </a:cubicBezTo>
                  <a:cubicBezTo>
                    <a:pt x="1031258" y="3957455"/>
                    <a:pt x="1211213" y="4223692"/>
                    <a:pt x="1618904" y="4781604"/>
                  </a:cubicBezTo>
                  <a:cubicBezTo>
                    <a:pt x="1720826" y="4921339"/>
                    <a:pt x="1826186" y="5065887"/>
                    <a:pt x="1934812" y="5225904"/>
                  </a:cubicBezTo>
                  <a:cubicBezTo>
                    <a:pt x="2318957" y="5792064"/>
                    <a:pt x="2713069" y="6194600"/>
                    <a:pt x="3140010" y="6456196"/>
                  </a:cubicBezTo>
                  <a:cubicBezTo>
                    <a:pt x="3479423" y="6664512"/>
                    <a:pt x="3855769" y="6792387"/>
                    <a:pt x="4281662" y="6843305"/>
                  </a:cubicBezTo>
                  <a:lnTo>
                    <a:pt x="4449058" y="6858000"/>
                  </a:lnTo>
                  <a:lnTo>
                    <a:pt x="1970756" y="6858000"/>
                  </a:lnTo>
                  <a:lnTo>
                    <a:pt x="1735871" y="6627685"/>
                  </a:lnTo>
                  <a:cubicBezTo>
                    <a:pt x="1502482" y="6382823"/>
                    <a:pt x="1285773" y="6107254"/>
                    <a:pt x="1080930" y="5805127"/>
                  </a:cubicBezTo>
                  <a:cubicBezTo>
                    <a:pt x="556364" y="5032027"/>
                    <a:pt x="0" y="4501616"/>
                    <a:pt x="0" y="3498372"/>
                  </a:cubicBezTo>
                  <a:cubicBezTo>
                    <a:pt x="0" y="2160829"/>
                    <a:pt x="685185" y="949872"/>
                    <a:pt x="1708172" y="73302"/>
                  </a:cubicBezTo>
                  <a:close/>
                </a:path>
              </a:pathLst>
            </a:custGeom>
            <a:gradFill>
              <a:gsLst>
                <a:gs pos="2000">
                  <a:schemeClr val="bg1">
                    <a:alpha val="10000"/>
                  </a:schemeClr>
                </a:gs>
                <a:gs pos="5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 name="Content Placeholder 2">
            <a:extLst>
              <a:ext uri="{FF2B5EF4-FFF2-40B4-BE49-F238E27FC236}">
                <a16:creationId xmlns:a16="http://schemas.microsoft.com/office/drawing/2014/main" id="{2204E050-ED6B-6D50-00AE-F17034B0DE56}"/>
              </a:ext>
            </a:extLst>
          </p:cNvPr>
          <p:cNvSpPr>
            <a:spLocks noGrp="1"/>
          </p:cNvSpPr>
          <p:nvPr>
            <p:ph idx="1"/>
          </p:nvPr>
        </p:nvSpPr>
        <p:spPr>
          <a:xfrm>
            <a:off x="6632812" y="1032987"/>
            <a:ext cx="4919108" cy="4792027"/>
          </a:xfrm>
        </p:spPr>
        <p:txBody>
          <a:bodyPr anchor="ctr">
            <a:normAutofit/>
          </a:bodyPr>
          <a:lstStyle/>
          <a:p>
            <a:r>
              <a:rPr lang="en-US" sz="1600">
                <a:solidFill>
                  <a:schemeClr val="tx2"/>
                </a:solidFill>
              </a:rPr>
              <a:t>AI tools are becoming an important support system for students in academic learning..</a:t>
            </a:r>
          </a:p>
          <a:p>
            <a:r>
              <a:rPr lang="en-US" sz="1600">
                <a:solidFill>
                  <a:schemeClr val="tx2"/>
                </a:solidFill>
              </a:rPr>
              <a:t>However, AI adoption is not uniform across streams and regions. And the usage of AI is not being effectively reflected in the academic outcomes of the students. </a:t>
            </a:r>
          </a:p>
          <a:p>
            <a:r>
              <a:rPr lang="en-US" sz="1600">
                <a:solidFill>
                  <a:schemeClr val="tx2"/>
                </a:solidFill>
              </a:rPr>
              <a:t>Hence, there is a comprehensive policy needed by educational institutions to implement proper usage of AI tools. And the Government should help the institutions in achieving the goal by providing National free Teachers Training programs. And students should also get access to some AI software to use it for their education. </a:t>
            </a:r>
          </a:p>
          <a:p>
            <a:r>
              <a:rPr lang="en-US" sz="1600">
                <a:solidFill>
                  <a:schemeClr val="tx2"/>
                </a:solidFill>
              </a:rPr>
              <a:t>However, the above need proper regulation and monitoring. So, there is a high need for a regulatory framework and policy. </a:t>
            </a:r>
          </a:p>
          <a:p>
            <a:r>
              <a:rPr lang="en-US" sz="1600">
                <a:solidFill>
                  <a:schemeClr val="tx2"/>
                </a:solidFill>
              </a:rPr>
              <a:t>Students should efficiently use AI but it should not compromise students skills and potential in any way.</a:t>
            </a:r>
            <a:endParaRPr lang="en-IN" sz="1600">
              <a:solidFill>
                <a:schemeClr val="tx2"/>
              </a:solidFill>
            </a:endParaRPr>
          </a:p>
        </p:txBody>
      </p:sp>
    </p:spTree>
    <p:extLst>
      <p:ext uri="{BB962C8B-B14F-4D97-AF65-F5344CB8AC3E}">
        <p14:creationId xmlns:p14="http://schemas.microsoft.com/office/powerpoint/2010/main" val="36844855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DDBB197-D710-4A4F-A9CA-FD2177498B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75D1CFA-2CDB-4B64-BD9F-85744E8DA1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6E7DC73-1893-A6B8-E98C-9E9EBDABD55C}"/>
              </a:ext>
            </a:extLst>
          </p:cNvPr>
          <p:cNvSpPr>
            <a:spLocks noGrp="1"/>
          </p:cNvSpPr>
          <p:nvPr>
            <p:ph type="title"/>
          </p:nvPr>
        </p:nvSpPr>
        <p:spPr>
          <a:xfrm>
            <a:off x="804672" y="802955"/>
            <a:ext cx="4977976" cy="1454051"/>
          </a:xfrm>
        </p:spPr>
        <p:txBody>
          <a:bodyPr>
            <a:normAutofit/>
          </a:bodyPr>
          <a:lstStyle/>
          <a:p>
            <a:r>
              <a:rPr lang="en-IN" sz="3600" dirty="0">
                <a:solidFill>
                  <a:schemeClr val="tx2"/>
                </a:solidFill>
              </a:rPr>
              <a:t>THANK YOU</a:t>
            </a:r>
            <a:br>
              <a:rPr lang="en-IN" sz="3600" dirty="0">
                <a:solidFill>
                  <a:schemeClr val="tx2"/>
                </a:solidFill>
              </a:rPr>
            </a:br>
            <a:endParaRPr lang="en-IN" sz="3600" dirty="0">
              <a:solidFill>
                <a:schemeClr val="tx2"/>
              </a:solidFill>
            </a:endParaRPr>
          </a:p>
        </p:txBody>
      </p:sp>
      <p:sp>
        <p:nvSpPr>
          <p:cNvPr id="3" name="Content Placeholder 2">
            <a:extLst>
              <a:ext uri="{FF2B5EF4-FFF2-40B4-BE49-F238E27FC236}">
                <a16:creationId xmlns:a16="http://schemas.microsoft.com/office/drawing/2014/main" id="{AFE98B8F-1824-06A6-839A-A1567A3E6C70}"/>
              </a:ext>
            </a:extLst>
          </p:cNvPr>
          <p:cNvSpPr>
            <a:spLocks noGrp="1"/>
          </p:cNvSpPr>
          <p:nvPr>
            <p:ph idx="1"/>
          </p:nvPr>
        </p:nvSpPr>
        <p:spPr>
          <a:xfrm>
            <a:off x="804672" y="2421682"/>
            <a:ext cx="4977578" cy="3639289"/>
          </a:xfrm>
        </p:spPr>
        <p:txBody>
          <a:bodyPr anchor="ctr">
            <a:normAutofit/>
          </a:bodyPr>
          <a:lstStyle/>
          <a:p>
            <a:pPr marL="0" indent="0">
              <a:buNone/>
            </a:pPr>
            <a:endParaRPr lang="en-IN" sz="1800" dirty="0">
              <a:solidFill>
                <a:schemeClr val="tx2"/>
              </a:solidFill>
            </a:endParaRPr>
          </a:p>
        </p:txBody>
      </p:sp>
      <p:grpSp>
        <p:nvGrpSpPr>
          <p:cNvPr id="14" name="Group 13">
            <a:extLst>
              <a:ext uri="{FF2B5EF4-FFF2-40B4-BE49-F238E27FC236}">
                <a16:creationId xmlns:a16="http://schemas.microsoft.com/office/drawing/2014/main" id="{25EE5136-01F1-466C-962D-BA9B4C6757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369897" y="0"/>
            <a:ext cx="5822103" cy="6685267"/>
            <a:chOff x="6357228" y="0"/>
            <a:chExt cx="5822103" cy="6685267"/>
          </a:xfrm>
        </p:grpSpPr>
        <p:sp>
          <p:nvSpPr>
            <p:cNvPr id="15" name="Freeform: Shape 14">
              <a:extLst>
                <a:ext uri="{FF2B5EF4-FFF2-40B4-BE49-F238E27FC236}">
                  <a16:creationId xmlns:a16="http://schemas.microsoft.com/office/drawing/2014/main" id="{E11D3AD4-AF9B-4EB5-8C7B-C45D173B4B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57228" y="0"/>
              <a:ext cx="5822102" cy="6685267"/>
            </a:xfrm>
            <a:custGeom>
              <a:avLst/>
              <a:gdLst>
                <a:gd name="connsiteX0" fmla="*/ 2605444 w 5822102"/>
                <a:gd name="connsiteY0" fmla="*/ 0 h 6685267"/>
                <a:gd name="connsiteX1" fmla="*/ 4757391 w 5822102"/>
                <a:gd name="connsiteY1" fmla="*/ 0 h 6685267"/>
                <a:gd name="connsiteX2" fmla="*/ 4913680 w 5822102"/>
                <a:gd name="connsiteY2" fmla="*/ 56274 h 6685267"/>
                <a:gd name="connsiteX3" fmla="*/ 5376238 w 5822102"/>
                <a:gd name="connsiteY3" fmla="*/ 282027 h 6685267"/>
                <a:gd name="connsiteX4" fmla="*/ 5658024 w 5822102"/>
                <a:gd name="connsiteY4" fmla="*/ 471014 h 6685267"/>
                <a:gd name="connsiteX5" fmla="*/ 5822102 w 5822102"/>
                <a:gd name="connsiteY5" fmla="*/ 609109 h 6685267"/>
                <a:gd name="connsiteX6" fmla="*/ 5822102 w 5822102"/>
                <a:gd name="connsiteY6" fmla="*/ 760697 h 6685267"/>
                <a:gd name="connsiteX7" fmla="*/ 5707785 w 5822102"/>
                <a:gd name="connsiteY7" fmla="*/ 666601 h 6685267"/>
                <a:gd name="connsiteX8" fmla="*/ 5577306 w 5822102"/>
                <a:gd name="connsiteY8" fmla="*/ 571666 h 6685267"/>
                <a:gd name="connsiteX9" fmla="*/ 5298630 w 5822102"/>
                <a:gd name="connsiteY9" fmla="*/ 407449 h 6685267"/>
                <a:gd name="connsiteX10" fmla="*/ 4690768 w 5822102"/>
                <a:gd name="connsiteY10" fmla="*/ 184979 h 6685267"/>
                <a:gd name="connsiteX11" fmla="*/ 4048577 w 5822102"/>
                <a:gd name="connsiteY11" fmla="*/ 99280 h 6685267"/>
                <a:gd name="connsiteX12" fmla="*/ 3405404 w 5822102"/>
                <a:gd name="connsiteY12" fmla="*/ 131937 h 6685267"/>
                <a:gd name="connsiteX13" fmla="*/ 3089702 w 5822102"/>
                <a:gd name="connsiteY13" fmla="*/ 190190 h 6685267"/>
                <a:gd name="connsiteX14" fmla="*/ 2780132 w 5822102"/>
                <a:gd name="connsiteY14" fmla="*/ 273457 h 6685267"/>
                <a:gd name="connsiteX15" fmla="*/ 2478040 w 5822102"/>
                <a:gd name="connsiteY15" fmla="*/ 379654 h 6685267"/>
                <a:gd name="connsiteX16" fmla="*/ 2184897 w 5822102"/>
                <a:gd name="connsiteY16" fmla="*/ 507972 h 6685267"/>
                <a:gd name="connsiteX17" fmla="*/ 1629141 w 5822102"/>
                <a:gd name="connsiteY17" fmla="*/ 823205 h 6685267"/>
                <a:gd name="connsiteX18" fmla="*/ 1497711 w 5822102"/>
                <a:gd name="connsiteY18" fmla="*/ 914000 h 6685267"/>
                <a:gd name="connsiteX19" fmla="*/ 1433099 w 5822102"/>
                <a:gd name="connsiteY19" fmla="*/ 960903 h 6685267"/>
                <a:gd name="connsiteX20" fmla="*/ 1369346 w 5822102"/>
                <a:gd name="connsiteY20" fmla="*/ 1008963 h 6685267"/>
                <a:gd name="connsiteX21" fmla="*/ 1123406 w 5822102"/>
                <a:gd name="connsiteY21" fmla="*/ 1212905 h 6685267"/>
                <a:gd name="connsiteX22" fmla="*/ 684367 w 5822102"/>
                <a:gd name="connsiteY22" fmla="*/ 1675564 h 6685267"/>
                <a:gd name="connsiteX23" fmla="*/ 497153 w 5822102"/>
                <a:gd name="connsiteY23" fmla="*/ 1933588 h 6685267"/>
                <a:gd name="connsiteX24" fmla="*/ 337770 w 5822102"/>
                <a:gd name="connsiteY24" fmla="*/ 2208983 h 6685267"/>
                <a:gd name="connsiteX25" fmla="*/ 302461 w 5822102"/>
                <a:gd name="connsiteY25" fmla="*/ 2280207 h 6685267"/>
                <a:gd name="connsiteX26" fmla="*/ 285296 w 5822102"/>
                <a:gd name="connsiteY26" fmla="*/ 2316107 h 6685267"/>
                <a:gd name="connsiteX27" fmla="*/ 268991 w 5822102"/>
                <a:gd name="connsiteY27" fmla="*/ 2352355 h 6685267"/>
                <a:gd name="connsiteX28" fmla="*/ 237849 w 5822102"/>
                <a:gd name="connsiteY28" fmla="*/ 2425432 h 6685267"/>
                <a:gd name="connsiteX29" fmla="*/ 208670 w 5822102"/>
                <a:gd name="connsiteY29" fmla="*/ 2499319 h 6685267"/>
                <a:gd name="connsiteX30" fmla="*/ 113775 w 5822102"/>
                <a:gd name="connsiteY30" fmla="*/ 2801929 h 6685267"/>
                <a:gd name="connsiteX31" fmla="*/ 36781 w 5822102"/>
                <a:gd name="connsiteY31" fmla="*/ 3428922 h 6685267"/>
                <a:gd name="connsiteX32" fmla="*/ 69148 w 5822102"/>
                <a:gd name="connsiteY32" fmla="*/ 3741955 h 6685267"/>
                <a:gd name="connsiteX33" fmla="*/ 167966 w 5822102"/>
                <a:gd name="connsiteY33" fmla="*/ 4041323 h 6685267"/>
                <a:gd name="connsiteX34" fmla="*/ 202049 w 5822102"/>
                <a:gd name="connsiteY34" fmla="*/ 4112894 h 6685267"/>
                <a:gd name="connsiteX35" fmla="*/ 239933 w 5822102"/>
                <a:gd name="connsiteY35" fmla="*/ 4182843 h 6685267"/>
                <a:gd name="connsiteX36" fmla="*/ 323916 w 5822102"/>
                <a:gd name="connsiteY36" fmla="*/ 4318456 h 6685267"/>
                <a:gd name="connsiteX37" fmla="*/ 416604 w 5822102"/>
                <a:gd name="connsiteY37" fmla="*/ 4449436 h 6685267"/>
                <a:gd name="connsiteX38" fmla="*/ 515911 w 5822102"/>
                <a:gd name="connsiteY38" fmla="*/ 4576711 h 6685267"/>
                <a:gd name="connsiteX39" fmla="*/ 722619 w 5822102"/>
                <a:gd name="connsiteY39" fmla="*/ 4828482 h 6685267"/>
                <a:gd name="connsiteX40" fmla="*/ 825972 w 5822102"/>
                <a:gd name="connsiteY40" fmla="*/ 4956104 h 6685267"/>
                <a:gd name="connsiteX41" fmla="*/ 926506 w 5822102"/>
                <a:gd name="connsiteY41" fmla="*/ 5085347 h 6685267"/>
                <a:gd name="connsiteX42" fmla="*/ 1027040 w 5822102"/>
                <a:gd name="connsiteY42" fmla="*/ 5210191 h 6685267"/>
                <a:gd name="connsiteX43" fmla="*/ 1132110 w 5822102"/>
                <a:gd name="connsiteY43" fmla="*/ 5330748 h 6685267"/>
                <a:gd name="connsiteX44" fmla="*/ 1354880 w 5822102"/>
                <a:gd name="connsiteY44" fmla="*/ 5558083 h 6685267"/>
                <a:gd name="connsiteX45" fmla="*/ 1855220 w 5822102"/>
                <a:gd name="connsiteY45" fmla="*/ 5937591 h 6685267"/>
                <a:gd name="connsiteX46" fmla="*/ 2131810 w 5822102"/>
                <a:gd name="connsiteY46" fmla="*/ 6080268 h 6685267"/>
                <a:gd name="connsiteX47" fmla="*/ 2423726 w 5822102"/>
                <a:gd name="connsiteY47" fmla="*/ 6188087 h 6685267"/>
                <a:gd name="connsiteX48" fmla="*/ 2727780 w 5822102"/>
                <a:gd name="connsiteY48" fmla="*/ 6262552 h 6685267"/>
                <a:gd name="connsiteX49" fmla="*/ 3041276 w 5822102"/>
                <a:gd name="connsiteY49" fmla="*/ 6304245 h 6685267"/>
                <a:gd name="connsiteX50" fmla="*/ 3360532 w 5822102"/>
                <a:gd name="connsiteY50" fmla="*/ 6317331 h 6685267"/>
                <a:gd name="connsiteX51" fmla="*/ 3439855 w 5822102"/>
                <a:gd name="connsiteY51" fmla="*/ 6316751 h 6685267"/>
                <a:gd name="connsiteX52" fmla="*/ 3478721 w 5822102"/>
                <a:gd name="connsiteY52" fmla="*/ 6315826 h 6685267"/>
                <a:gd name="connsiteX53" fmla="*/ 3517463 w 5822102"/>
                <a:gd name="connsiteY53" fmla="*/ 6313971 h 6685267"/>
                <a:gd name="connsiteX54" fmla="*/ 3671452 w 5822102"/>
                <a:gd name="connsiteY54" fmla="*/ 6301233 h 6685267"/>
                <a:gd name="connsiteX55" fmla="*/ 4265460 w 5822102"/>
                <a:gd name="connsiteY55" fmla="*/ 6149638 h 6685267"/>
                <a:gd name="connsiteX56" fmla="*/ 4546587 w 5822102"/>
                <a:gd name="connsiteY56" fmla="*/ 6018079 h 6685267"/>
                <a:gd name="connsiteX57" fmla="*/ 4818030 w 5822102"/>
                <a:gd name="connsiteY57" fmla="*/ 5858029 h 6685267"/>
                <a:gd name="connsiteX58" fmla="*/ 5081870 w 5822102"/>
                <a:gd name="connsiteY58" fmla="*/ 5676903 h 6685267"/>
                <a:gd name="connsiteX59" fmla="*/ 5212073 w 5822102"/>
                <a:gd name="connsiteY59" fmla="*/ 5581013 h 6685267"/>
                <a:gd name="connsiteX60" fmla="*/ 5343625 w 5822102"/>
                <a:gd name="connsiteY60" fmla="*/ 5481533 h 6685267"/>
                <a:gd name="connsiteX61" fmla="*/ 5610378 w 5822102"/>
                <a:gd name="connsiteY61" fmla="*/ 5284425 h 6685267"/>
                <a:gd name="connsiteX62" fmla="*/ 5822102 w 5822102"/>
                <a:gd name="connsiteY62" fmla="*/ 5126414 h 6685267"/>
                <a:gd name="connsiteX63" fmla="*/ 5822102 w 5822102"/>
                <a:gd name="connsiteY63" fmla="*/ 5556641 h 6685267"/>
                <a:gd name="connsiteX64" fmla="*/ 5576325 w 5822102"/>
                <a:gd name="connsiteY64" fmla="*/ 5749979 h 6685267"/>
                <a:gd name="connsiteX65" fmla="*/ 5447715 w 5822102"/>
                <a:gd name="connsiteY65" fmla="*/ 5852818 h 6685267"/>
                <a:gd name="connsiteX66" fmla="*/ 5315059 w 5822102"/>
                <a:gd name="connsiteY66" fmla="*/ 5956236 h 6685267"/>
                <a:gd name="connsiteX67" fmla="*/ 5038468 w 5822102"/>
                <a:gd name="connsiteY67" fmla="*/ 6155776 h 6685267"/>
                <a:gd name="connsiteX68" fmla="*/ 4741892 w 5822102"/>
                <a:gd name="connsiteY68" fmla="*/ 6338292 h 6685267"/>
                <a:gd name="connsiteX69" fmla="*/ 4420920 w 5822102"/>
                <a:gd name="connsiteY69" fmla="*/ 6492203 h 6685267"/>
                <a:gd name="connsiteX70" fmla="*/ 3717672 w 5822102"/>
                <a:gd name="connsiteY70" fmla="*/ 6670434 h 6685267"/>
                <a:gd name="connsiteX71" fmla="*/ 3535853 w 5822102"/>
                <a:gd name="connsiteY71" fmla="*/ 6683289 h 6685267"/>
                <a:gd name="connsiteX72" fmla="*/ 3490367 w 5822102"/>
                <a:gd name="connsiteY72" fmla="*/ 6684910 h 6685267"/>
                <a:gd name="connsiteX73" fmla="*/ 3445005 w 5822102"/>
                <a:gd name="connsiteY73" fmla="*/ 6685142 h 6685267"/>
                <a:gd name="connsiteX74" fmla="*/ 3355872 w 5822102"/>
                <a:gd name="connsiteY74" fmla="*/ 6684100 h 6685267"/>
                <a:gd name="connsiteX75" fmla="*/ 3179203 w 5822102"/>
                <a:gd name="connsiteY75" fmla="*/ 6677150 h 6685267"/>
                <a:gd name="connsiteX76" fmla="*/ 3002410 w 5822102"/>
                <a:gd name="connsiteY76" fmla="*/ 6661169 h 6685267"/>
                <a:gd name="connsiteX77" fmla="*/ 2650296 w 5822102"/>
                <a:gd name="connsiteY77" fmla="*/ 6604191 h 6685267"/>
                <a:gd name="connsiteX78" fmla="*/ 2306028 w 5822102"/>
                <a:gd name="connsiteY78" fmla="*/ 6505869 h 6685267"/>
                <a:gd name="connsiteX79" fmla="*/ 1978803 w 5822102"/>
                <a:gd name="connsiteY79" fmla="*/ 6363307 h 6685267"/>
                <a:gd name="connsiteX80" fmla="*/ 1678428 w 5822102"/>
                <a:gd name="connsiteY80" fmla="*/ 6177779 h 6685267"/>
                <a:gd name="connsiteX81" fmla="*/ 1175880 w 5822102"/>
                <a:gd name="connsiteY81" fmla="*/ 5710373 h 6685267"/>
                <a:gd name="connsiteX82" fmla="*/ 971502 w 5822102"/>
                <a:gd name="connsiteY82" fmla="*/ 5445399 h 6685267"/>
                <a:gd name="connsiteX83" fmla="*/ 790909 w 5822102"/>
                <a:gd name="connsiteY83" fmla="*/ 5169078 h 6685267"/>
                <a:gd name="connsiteX84" fmla="*/ 706680 w 5822102"/>
                <a:gd name="connsiteY84" fmla="*/ 5031959 h 6685267"/>
                <a:gd name="connsiteX85" fmla="*/ 619143 w 5822102"/>
                <a:gd name="connsiteY85" fmla="*/ 4897157 h 6685267"/>
                <a:gd name="connsiteX86" fmla="*/ 436465 w 5822102"/>
                <a:gd name="connsiteY86" fmla="*/ 4628710 h 6685267"/>
                <a:gd name="connsiteX87" fmla="*/ 347088 w 5822102"/>
                <a:gd name="connsiteY87" fmla="*/ 4492171 h 6685267"/>
                <a:gd name="connsiteX88" fmla="*/ 262001 w 5822102"/>
                <a:gd name="connsiteY88" fmla="*/ 4352619 h 6685267"/>
                <a:gd name="connsiteX89" fmla="*/ 118679 w 5822102"/>
                <a:gd name="connsiteY89" fmla="*/ 4059853 h 6685267"/>
                <a:gd name="connsiteX90" fmla="*/ 28322 w 5822102"/>
                <a:gd name="connsiteY90" fmla="*/ 3749136 h 6685267"/>
                <a:gd name="connsiteX91" fmla="*/ 0 w 5822102"/>
                <a:gd name="connsiteY91" fmla="*/ 3428922 h 6685267"/>
                <a:gd name="connsiteX92" fmla="*/ 253052 w 5822102"/>
                <a:gd name="connsiteY92" fmla="*/ 2174356 h 6685267"/>
                <a:gd name="connsiteX93" fmla="*/ 389141 w 5822102"/>
                <a:gd name="connsiteY93" fmla="*/ 1877652 h 6685267"/>
                <a:gd name="connsiteX94" fmla="*/ 552079 w 5822102"/>
                <a:gd name="connsiteY94" fmla="*/ 1591834 h 6685267"/>
                <a:gd name="connsiteX95" fmla="*/ 954950 w 5822102"/>
                <a:gd name="connsiteY95" fmla="*/ 1061773 h 6685267"/>
                <a:gd name="connsiteX96" fmla="*/ 1192922 w 5822102"/>
                <a:gd name="connsiteY96" fmla="*/ 822626 h 6685267"/>
                <a:gd name="connsiteX97" fmla="*/ 1255939 w 5822102"/>
                <a:gd name="connsiteY97" fmla="*/ 765880 h 6685267"/>
                <a:gd name="connsiteX98" fmla="*/ 1320183 w 5822102"/>
                <a:gd name="connsiteY98" fmla="*/ 710291 h 6685267"/>
                <a:gd name="connsiteX99" fmla="*/ 1452961 w 5822102"/>
                <a:gd name="connsiteY99" fmla="*/ 603514 h 6685267"/>
                <a:gd name="connsiteX100" fmla="*/ 2033360 w 5822102"/>
                <a:gd name="connsiteY100" fmla="*/ 235818 h 6685267"/>
                <a:gd name="connsiteX101" fmla="*/ 2512513 w 5822102"/>
                <a:gd name="connsiteY101" fmla="*/ 30012 h 66852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822102" h="6685267">
                  <a:moveTo>
                    <a:pt x="2605444" y="0"/>
                  </a:moveTo>
                  <a:lnTo>
                    <a:pt x="4757391" y="0"/>
                  </a:lnTo>
                  <a:lnTo>
                    <a:pt x="4913680" y="56274"/>
                  </a:lnTo>
                  <a:cubicBezTo>
                    <a:pt x="5074659" y="119278"/>
                    <a:pt x="5229483" y="195083"/>
                    <a:pt x="5376238" y="282027"/>
                  </a:cubicBezTo>
                  <a:cubicBezTo>
                    <a:pt x="5474014" y="340105"/>
                    <a:pt x="5568080" y="403280"/>
                    <a:pt x="5658024" y="471014"/>
                  </a:cubicBezTo>
                  <a:lnTo>
                    <a:pt x="5822102" y="609109"/>
                  </a:lnTo>
                  <a:lnTo>
                    <a:pt x="5822102" y="760697"/>
                  </a:lnTo>
                  <a:lnTo>
                    <a:pt x="5707785" y="666601"/>
                  </a:lnTo>
                  <a:cubicBezTo>
                    <a:pt x="5665273" y="633682"/>
                    <a:pt x="5621749" y="602008"/>
                    <a:pt x="5577306" y="571666"/>
                  </a:cubicBezTo>
                  <a:cubicBezTo>
                    <a:pt x="5487929" y="511562"/>
                    <a:pt x="5395118" y="456089"/>
                    <a:pt x="5298630" y="407449"/>
                  </a:cubicBezTo>
                  <a:cubicBezTo>
                    <a:pt x="5106266" y="309010"/>
                    <a:pt x="4901153" y="235355"/>
                    <a:pt x="4690768" y="184979"/>
                  </a:cubicBezTo>
                  <a:cubicBezTo>
                    <a:pt x="4480382" y="134486"/>
                    <a:pt x="4264724" y="106807"/>
                    <a:pt x="4048577" y="99280"/>
                  </a:cubicBezTo>
                  <a:cubicBezTo>
                    <a:pt x="3832182" y="90709"/>
                    <a:pt x="3617997" y="102290"/>
                    <a:pt x="3405404" y="131937"/>
                  </a:cubicBezTo>
                  <a:cubicBezTo>
                    <a:pt x="3299353" y="147340"/>
                    <a:pt x="3193915" y="166449"/>
                    <a:pt x="3089702" y="190190"/>
                  </a:cubicBezTo>
                  <a:cubicBezTo>
                    <a:pt x="2985491" y="214278"/>
                    <a:pt x="2882137" y="241725"/>
                    <a:pt x="2780132" y="273457"/>
                  </a:cubicBezTo>
                  <a:cubicBezTo>
                    <a:pt x="2678126" y="305073"/>
                    <a:pt x="2577348" y="340510"/>
                    <a:pt x="2478040" y="379654"/>
                  </a:cubicBezTo>
                  <a:cubicBezTo>
                    <a:pt x="2378854" y="418914"/>
                    <a:pt x="2281017" y="461763"/>
                    <a:pt x="2184897" y="507972"/>
                  </a:cubicBezTo>
                  <a:cubicBezTo>
                    <a:pt x="1992657" y="600271"/>
                    <a:pt x="1806791" y="705542"/>
                    <a:pt x="1629141" y="823205"/>
                  </a:cubicBezTo>
                  <a:cubicBezTo>
                    <a:pt x="1584882" y="852736"/>
                    <a:pt x="1540745" y="882731"/>
                    <a:pt x="1497711" y="914000"/>
                  </a:cubicBezTo>
                  <a:cubicBezTo>
                    <a:pt x="1475888" y="929286"/>
                    <a:pt x="1454555" y="945153"/>
                    <a:pt x="1433099" y="960903"/>
                  </a:cubicBezTo>
                  <a:cubicBezTo>
                    <a:pt x="1411521" y="976537"/>
                    <a:pt x="1390311" y="992634"/>
                    <a:pt x="1369346" y="1008963"/>
                  </a:cubicBezTo>
                  <a:cubicBezTo>
                    <a:pt x="1285119" y="1074165"/>
                    <a:pt x="1202730" y="1141797"/>
                    <a:pt x="1123406" y="1212905"/>
                  </a:cubicBezTo>
                  <a:cubicBezTo>
                    <a:pt x="964391" y="1354656"/>
                    <a:pt x="816900" y="1509261"/>
                    <a:pt x="684367" y="1675564"/>
                  </a:cubicBezTo>
                  <a:cubicBezTo>
                    <a:pt x="618161" y="1758716"/>
                    <a:pt x="555512" y="1844763"/>
                    <a:pt x="497153" y="1933588"/>
                  </a:cubicBezTo>
                  <a:cubicBezTo>
                    <a:pt x="439775" y="2022877"/>
                    <a:pt x="385584" y="2114367"/>
                    <a:pt x="337770" y="2208983"/>
                  </a:cubicBezTo>
                  <a:cubicBezTo>
                    <a:pt x="325388" y="2232493"/>
                    <a:pt x="313862" y="2256349"/>
                    <a:pt x="302461" y="2280207"/>
                  </a:cubicBezTo>
                  <a:lnTo>
                    <a:pt x="285296" y="2316107"/>
                  </a:lnTo>
                  <a:lnTo>
                    <a:pt x="268991" y="2352355"/>
                  </a:lnTo>
                  <a:cubicBezTo>
                    <a:pt x="258324" y="2376560"/>
                    <a:pt x="247535" y="2400764"/>
                    <a:pt x="237849" y="2425432"/>
                  </a:cubicBezTo>
                  <a:cubicBezTo>
                    <a:pt x="228163" y="2450099"/>
                    <a:pt x="217498" y="2474419"/>
                    <a:pt x="208670" y="2499319"/>
                  </a:cubicBezTo>
                  <a:cubicBezTo>
                    <a:pt x="170909" y="2598219"/>
                    <a:pt x="138908" y="2699206"/>
                    <a:pt x="113775" y="2801929"/>
                  </a:cubicBezTo>
                  <a:cubicBezTo>
                    <a:pt x="62773" y="3006911"/>
                    <a:pt x="36659" y="3217917"/>
                    <a:pt x="36781" y="3428922"/>
                  </a:cubicBezTo>
                  <a:cubicBezTo>
                    <a:pt x="37394" y="3534078"/>
                    <a:pt x="47816" y="3639001"/>
                    <a:pt x="69148" y="3741955"/>
                  </a:cubicBezTo>
                  <a:cubicBezTo>
                    <a:pt x="91585" y="3844679"/>
                    <a:pt x="124074" y="3945202"/>
                    <a:pt x="167966" y="4041323"/>
                  </a:cubicBezTo>
                  <a:cubicBezTo>
                    <a:pt x="178387" y="4065528"/>
                    <a:pt x="190525" y="4089153"/>
                    <a:pt x="202049" y="4112894"/>
                  </a:cubicBezTo>
                  <a:cubicBezTo>
                    <a:pt x="214555" y="4136288"/>
                    <a:pt x="226447" y="4159912"/>
                    <a:pt x="239933" y="4182843"/>
                  </a:cubicBezTo>
                  <a:cubicBezTo>
                    <a:pt x="265680" y="4229167"/>
                    <a:pt x="294368" y="4274101"/>
                    <a:pt x="323916" y="4318456"/>
                  </a:cubicBezTo>
                  <a:cubicBezTo>
                    <a:pt x="353341" y="4362927"/>
                    <a:pt x="384849" y="4406240"/>
                    <a:pt x="416604" y="4449436"/>
                  </a:cubicBezTo>
                  <a:cubicBezTo>
                    <a:pt x="448847" y="4492286"/>
                    <a:pt x="482319" y="4534557"/>
                    <a:pt x="515911" y="4576711"/>
                  </a:cubicBezTo>
                  <a:cubicBezTo>
                    <a:pt x="583219" y="4661137"/>
                    <a:pt x="653594" y="4743825"/>
                    <a:pt x="722619" y="4828482"/>
                  </a:cubicBezTo>
                  <a:cubicBezTo>
                    <a:pt x="757315" y="4870637"/>
                    <a:pt x="791889" y="4913138"/>
                    <a:pt x="825972" y="4956104"/>
                  </a:cubicBezTo>
                  <a:cubicBezTo>
                    <a:pt x="859934" y="4998722"/>
                    <a:pt x="893649" y="5044004"/>
                    <a:pt x="926506" y="5085347"/>
                  </a:cubicBezTo>
                  <a:cubicBezTo>
                    <a:pt x="959119" y="5127734"/>
                    <a:pt x="993324" y="5168847"/>
                    <a:pt x="1027040" y="5210191"/>
                  </a:cubicBezTo>
                  <a:cubicBezTo>
                    <a:pt x="1061737" y="5250840"/>
                    <a:pt x="1096188" y="5291488"/>
                    <a:pt x="1132110" y="5330748"/>
                  </a:cubicBezTo>
                  <a:cubicBezTo>
                    <a:pt x="1203465" y="5409731"/>
                    <a:pt x="1277639" y="5485818"/>
                    <a:pt x="1354880" y="5558083"/>
                  </a:cubicBezTo>
                  <a:cubicBezTo>
                    <a:pt x="1509603" y="5702266"/>
                    <a:pt x="1676588" y="5830930"/>
                    <a:pt x="1855220" y="5937591"/>
                  </a:cubicBezTo>
                  <a:cubicBezTo>
                    <a:pt x="1944720" y="5990632"/>
                    <a:pt x="2036549" y="6039272"/>
                    <a:pt x="2131810" y="6080268"/>
                  </a:cubicBezTo>
                  <a:cubicBezTo>
                    <a:pt x="2226460" y="6122423"/>
                    <a:pt x="2324173" y="6157977"/>
                    <a:pt x="2423726" y="6188087"/>
                  </a:cubicBezTo>
                  <a:cubicBezTo>
                    <a:pt x="2523280" y="6218313"/>
                    <a:pt x="2624794" y="6242749"/>
                    <a:pt x="2727780" y="6262552"/>
                  </a:cubicBezTo>
                  <a:cubicBezTo>
                    <a:pt x="2830890" y="6282008"/>
                    <a:pt x="2935714" y="6295326"/>
                    <a:pt x="3041276" y="6304245"/>
                  </a:cubicBezTo>
                  <a:cubicBezTo>
                    <a:pt x="3146836" y="6313277"/>
                    <a:pt x="3253499" y="6317215"/>
                    <a:pt x="3360532" y="6317331"/>
                  </a:cubicBezTo>
                  <a:cubicBezTo>
                    <a:pt x="3387259" y="6317331"/>
                    <a:pt x="3414354" y="6317794"/>
                    <a:pt x="3439855" y="6316751"/>
                  </a:cubicBezTo>
                  <a:lnTo>
                    <a:pt x="3478721" y="6315826"/>
                  </a:lnTo>
                  <a:lnTo>
                    <a:pt x="3517463" y="6313971"/>
                  </a:lnTo>
                  <a:cubicBezTo>
                    <a:pt x="3569078" y="6311772"/>
                    <a:pt x="3620449" y="6306907"/>
                    <a:pt x="3671452" y="6301233"/>
                  </a:cubicBezTo>
                  <a:cubicBezTo>
                    <a:pt x="3875707" y="6277608"/>
                    <a:pt x="4074445" y="6225841"/>
                    <a:pt x="4265460" y="6149638"/>
                  </a:cubicBezTo>
                  <a:cubicBezTo>
                    <a:pt x="4361212" y="6111884"/>
                    <a:pt x="4454636" y="6067065"/>
                    <a:pt x="4546587" y="6018079"/>
                  </a:cubicBezTo>
                  <a:cubicBezTo>
                    <a:pt x="4638662" y="5969322"/>
                    <a:pt x="4729020" y="5915240"/>
                    <a:pt x="4818030" y="5858029"/>
                  </a:cubicBezTo>
                  <a:cubicBezTo>
                    <a:pt x="4907038" y="5800703"/>
                    <a:pt x="4994577" y="5739672"/>
                    <a:pt x="5081870" y="5676903"/>
                  </a:cubicBezTo>
                  <a:cubicBezTo>
                    <a:pt x="5125392" y="5645519"/>
                    <a:pt x="5168794" y="5613324"/>
                    <a:pt x="5212073" y="5581013"/>
                  </a:cubicBezTo>
                  <a:lnTo>
                    <a:pt x="5343625" y="5481533"/>
                  </a:lnTo>
                  <a:cubicBezTo>
                    <a:pt x="5432696" y="5414768"/>
                    <a:pt x="5521951" y="5349452"/>
                    <a:pt x="5610378" y="5284425"/>
                  </a:cubicBezTo>
                  <a:lnTo>
                    <a:pt x="5822102" y="5126414"/>
                  </a:lnTo>
                  <a:lnTo>
                    <a:pt x="5822102" y="5556641"/>
                  </a:lnTo>
                  <a:lnTo>
                    <a:pt x="5576325" y="5749979"/>
                  </a:lnTo>
                  <a:lnTo>
                    <a:pt x="5447715" y="5852818"/>
                  </a:lnTo>
                  <a:cubicBezTo>
                    <a:pt x="5403945" y="5887445"/>
                    <a:pt x="5359932" y="5922073"/>
                    <a:pt x="5315059" y="5956236"/>
                  </a:cubicBezTo>
                  <a:cubicBezTo>
                    <a:pt x="5225682" y="6024680"/>
                    <a:pt x="5133976" y="6091734"/>
                    <a:pt x="5038468" y="6155776"/>
                  </a:cubicBezTo>
                  <a:cubicBezTo>
                    <a:pt x="4943084" y="6219703"/>
                    <a:pt x="4845002" y="6281777"/>
                    <a:pt x="4741892" y="6338292"/>
                  </a:cubicBezTo>
                  <a:cubicBezTo>
                    <a:pt x="4638784" y="6394692"/>
                    <a:pt x="4532120" y="6447038"/>
                    <a:pt x="4420920" y="6492203"/>
                  </a:cubicBezTo>
                  <a:cubicBezTo>
                    <a:pt x="4199255" y="6583693"/>
                    <a:pt x="3959813" y="6644840"/>
                    <a:pt x="3717672" y="6670434"/>
                  </a:cubicBezTo>
                  <a:cubicBezTo>
                    <a:pt x="3657106" y="6676456"/>
                    <a:pt x="3596419" y="6681321"/>
                    <a:pt x="3535853" y="6683289"/>
                  </a:cubicBezTo>
                  <a:lnTo>
                    <a:pt x="3490367" y="6684910"/>
                  </a:lnTo>
                  <a:lnTo>
                    <a:pt x="3445005" y="6685142"/>
                  </a:lnTo>
                  <a:cubicBezTo>
                    <a:pt x="3414354" y="6685605"/>
                    <a:pt x="3385297" y="6684679"/>
                    <a:pt x="3355872" y="6684100"/>
                  </a:cubicBezTo>
                  <a:cubicBezTo>
                    <a:pt x="3297146" y="6683405"/>
                    <a:pt x="3238052" y="6680047"/>
                    <a:pt x="3179203" y="6677150"/>
                  </a:cubicBezTo>
                  <a:cubicBezTo>
                    <a:pt x="3120232" y="6672519"/>
                    <a:pt x="3061259" y="6668233"/>
                    <a:pt x="3002410" y="6661169"/>
                  </a:cubicBezTo>
                  <a:cubicBezTo>
                    <a:pt x="2884589" y="6647851"/>
                    <a:pt x="2766891" y="6629669"/>
                    <a:pt x="2650296" y="6604191"/>
                  </a:cubicBezTo>
                  <a:cubicBezTo>
                    <a:pt x="2533702" y="6578713"/>
                    <a:pt x="2418456" y="6545938"/>
                    <a:pt x="2306028" y="6505869"/>
                  </a:cubicBezTo>
                  <a:cubicBezTo>
                    <a:pt x="2193602" y="6465683"/>
                    <a:pt x="2084118" y="6417738"/>
                    <a:pt x="1978803" y="6363307"/>
                  </a:cubicBezTo>
                  <a:cubicBezTo>
                    <a:pt x="1873855" y="6308066"/>
                    <a:pt x="1773077" y="6246340"/>
                    <a:pt x="1678428" y="6177779"/>
                  </a:cubicBezTo>
                  <a:cubicBezTo>
                    <a:pt x="1488393" y="6041356"/>
                    <a:pt x="1321900" y="5881423"/>
                    <a:pt x="1175880" y="5710373"/>
                  </a:cubicBezTo>
                  <a:cubicBezTo>
                    <a:pt x="1103177" y="5624441"/>
                    <a:pt x="1035501" y="5535732"/>
                    <a:pt x="971502" y="5445399"/>
                  </a:cubicBezTo>
                  <a:cubicBezTo>
                    <a:pt x="907380" y="5355069"/>
                    <a:pt x="847550" y="5262768"/>
                    <a:pt x="790909" y="5169078"/>
                  </a:cubicBezTo>
                  <a:cubicBezTo>
                    <a:pt x="761974" y="5121712"/>
                    <a:pt x="735492" y="5077357"/>
                    <a:pt x="706680" y="5031959"/>
                  </a:cubicBezTo>
                  <a:cubicBezTo>
                    <a:pt x="678114" y="4986910"/>
                    <a:pt x="649058" y="4941860"/>
                    <a:pt x="619143" y="4897157"/>
                  </a:cubicBezTo>
                  <a:lnTo>
                    <a:pt x="436465" y="4628710"/>
                  </a:lnTo>
                  <a:cubicBezTo>
                    <a:pt x="406182" y="4583544"/>
                    <a:pt x="376267" y="4538147"/>
                    <a:pt x="347088" y="4492171"/>
                  </a:cubicBezTo>
                  <a:cubicBezTo>
                    <a:pt x="317908" y="4446194"/>
                    <a:pt x="288974" y="4400102"/>
                    <a:pt x="262001" y="4352619"/>
                  </a:cubicBezTo>
                  <a:cubicBezTo>
                    <a:pt x="207934" y="4258119"/>
                    <a:pt x="158280" y="4160840"/>
                    <a:pt x="118679" y="4059853"/>
                  </a:cubicBezTo>
                  <a:cubicBezTo>
                    <a:pt x="78343" y="3959214"/>
                    <a:pt x="48429" y="3854870"/>
                    <a:pt x="28322" y="3749136"/>
                  </a:cubicBezTo>
                  <a:cubicBezTo>
                    <a:pt x="9073" y="3643402"/>
                    <a:pt x="0" y="3536046"/>
                    <a:pt x="0" y="3428922"/>
                  </a:cubicBezTo>
                  <a:cubicBezTo>
                    <a:pt x="1594" y="3001816"/>
                    <a:pt x="89010" y="2575868"/>
                    <a:pt x="253052" y="2174356"/>
                  </a:cubicBezTo>
                  <a:cubicBezTo>
                    <a:pt x="294246" y="2074066"/>
                    <a:pt x="338873" y="1974700"/>
                    <a:pt x="389141" y="1877652"/>
                  </a:cubicBezTo>
                  <a:cubicBezTo>
                    <a:pt x="438672" y="1780256"/>
                    <a:pt x="493230" y="1684945"/>
                    <a:pt x="552079" y="1591834"/>
                  </a:cubicBezTo>
                  <a:cubicBezTo>
                    <a:pt x="669900" y="1405728"/>
                    <a:pt x="804394" y="1227729"/>
                    <a:pt x="954950" y="1061773"/>
                  </a:cubicBezTo>
                  <a:cubicBezTo>
                    <a:pt x="1030597" y="979085"/>
                    <a:pt x="1109552" y="898829"/>
                    <a:pt x="1192922" y="822626"/>
                  </a:cubicBezTo>
                  <a:cubicBezTo>
                    <a:pt x="1213642" y="803402"/>
                    <a:pt x="1234483" y="784409"/>
                    <a:pt x="1255939" y="765880"/>
                  </a:cubicBezTo>
                  <a:cubicBezTo>
                    <a:pt x="1277273" y="747234"/>
                    <a:pt x="1298237" y="728241"/>
                    <a:pt x="1320183" y="710291"/>
                  </a:cubicBezTo>
                  <a:cubicBezTo>
                    <a:pt x="1363585" y="673811"/>
                    <a:pt x="1408088" y="638489"/>
                    <a:pt x="1452961" y="603514"/>
                  </a:cubicBezTo>
                  <a:cubicBezTo>
                    <a:pt x="1633310" y="464543"/>
                    <a:pt x="1828125" y="341437"/>
                    <a:pt x="2033360" y="235818"/>
                  </a:cubicBezTo>
                  <a:cubicBezTo>
                    <a:pt x="2187242" y="156561"/>
                    <a:pt x="2347554" y="87597"/>
                    <a:pt x="2512513" y="3001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15102EBE-A80F-4CFF-B1DD-941EF9728B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04998" y="98659"/>
              <a:ext cx="5774333" cy="6315453"/>
            </a:xfrm>
            <a:custGeom>
              <a:avLst/>
              <a:gdLst>
                <a:gd name="connsiteX0" fmla="*/ 3707237 w 5774333"/>
                <a:gd name="connsiteY0" fmla="*/ 1489 h 6315453"/>
                <a:gd name="connsiteX1" fmla="*/ 4037665 w 5774333"/>
                <a:gd name="connsiteY1" fmla="*/ 6121 h 6315453"/>
                <a:gd name="connsiteX2" fmla="*/ 4692239 w 5774333"/>
                <a:gd name="connsiteY2" fmla="*/ 102128 h 6315453"/>
                <a:gd name="connsiteX3" fmla="*/ 5315059 w 5774333"/>
                <a:gd name="connsiteY3" fmla="*/ 324945 h 6315453"/>
                <a:gd name="connsiteX4" fmla="*/ 5738325 w 5774333"/>
                <a:gd name="connsiteY4" fmla="*/ 578286 h 6315453"/>
                <a:gd name="connsiteX5" fmla="*/ 5774333 w 5774333"/>
                <a:gd name="connsiteY5" fmla="*/ 606551 h 6315453"/>
                <a:gd name="connsiteX6" fmla="*/ 5774333 w 5774333"/>
                <a:gd name="connsiteY6" fmla="*/ 975490 h 6315453"/>
                <a:gd name="connsiteX7" fmla="*/ 5676001 w 5774333"/>
                <a:gd name="connsiteY7" fmla="*/ 889749 h 6315453"/>
                <a:gd name="connsiteX8" fmla="*/ 5177132 w 5774333"/>
                <a:gd name="connsiteY8" fmla="*/ 581926 h 6315453"/>
                <a:gd name="connsiteX9" fmla="*/ 4615735 w 5774333"/>
                <a:gd name="connsiteY9" fmla="*/ 388640 h 6315453"/>
                <a:gd name="connsiteX10" fmla="*/ 4020010 w 5774333"/>
                <a:gd name="connsiteY10" fmla="*/ 308500 h 6315453"/>
                <a:gd name="connsiteX11" fmla="*/ 3416315 w 5774333"/>
                <a:gd name="connsiteY11" fmla="*/ 328882 h 6315453"/>
                <a:gd name="connsiteX12" fmla="*/ 2823779 w 5774333"/>
                <a:gd name="connsiteY12" fmla="*/ 446545 h 6315453"/>
                <a:gd name="connsiteX13" fmla="*/ 2256987 w 5774333"/>
                <a:gd name="connsiteY13" fmla="*/ 651296 h 6315453"/>
                <a:gd name="connsiteX14" fmla="*/ 1244169 w 5774333"/>
                <a:gd name="connsiteY14" fmla="*/ 1280374 h 6315453"/>
                <a:gd name="connsiteX15" fmla="*/ 830141 w 5774333"/>
                <a:gd name="connsiteY15" fmla="*/ 1700184 h 6315453"/>
                <a:gd name="connsiteX16" fmla="*/ 502792 w 5774333"/>
                <a:gd name="connsiteY16" fmla="*/ 2182300 h 6315453"/>
                <a:gd name="connsiteX17" fmla="*/ 280637 w 5774333"/>
                <a:gd name="connsiteY17" fmla="*/ 2715256 h 6315453"/>
                <a:gd name="connsiteX18" fmla="*/ 199843 w 5774333"/>
                <a:gd name="connsiteY18" fmla="*/ 3283418 h 6315453"/>
                <a:gd name="connsiteX19" fmla="*/ 233926 w 5774333"/>
                <a:gd name="connsiteY19" fmla="*/ 3561593 h 6315453"/>
                <a:gd name="connsiteX20" fmla="*/ 334582 w 5774333"/>
                <a:gd name="connsiteY20" fmla="*/ 3821816 h 6315453"/>
                <a:gd name="connsiteX21" fmla="*/ 404834 w 5774333"/>
                <a:gd name="connsiteY21" fmla="*/ 3944343 h 6315453"/>
                <a:gd name="connsiteX22" fmla="*/ 485506 w 5774333"/>
                <a:gd name="connsiteY22" fmla="*/ 4062932 h 6315453"/>
                <a:gd name="connsiteX23" fmla="*/ 671861 w 5774333"/>
                <a:gd name="connsiteY23" fmla="*/ 4292120 h 6315453"/>
                <a:gd name="connsiteX24" fmla="*/ 873542 w 5774333"/>
                <a:gd name="connsiteY24" fmla="*/ 4523044 h 6315453"/>
                <a:gd name="connsiteX25" fmla="*/ 973831 w 5774333"/>
                <a:gd name="connsiteY25" fmla="*/ 4643601 h 6315453"/>
                <a:gd name="connsiteX26" fmla="*/ 1022014 w 5774333"/>
                <a:gd name="connsiteY26" fmla="*/ 4702780 h 6315453"/>
                <a:gd name="connsiteX27" fmla="*/ 1069215 w 5774333"/>
                <a:gd name="connsiteY27" fmla="*/ 4759411 h 6315453"/>
                <a:gd name="connsiteX28" fmla="*/ 1474784 w 5774333"/>
                <a:gd name="connsiteY28" fmla="*/ 5177948 h 6315453"/>
                <a:gd name="connsiteX29" fmla="*/ 1690442 w 5774333"/>
                <a:gd name="connsiteY29" fmla="*/ 5366255 h 6315453"/>
                <a:gd name="connsiteX30" fmla="*/ 1916276 w 5774333"/>
                <a:gd name="connsiteY30" fmla="*/ 5539852 h 6315453"/>
                <a:gd name="connsiteX31" fmla="*/ 2420784 w 5774333"/>
                <a:gd name="connsiteY31" fmla="*/ 5814437 h 6315453"/>
                <a:gd name="connsiteX32" fmla="*/ 2703015 w 5774333"/>
                <a:gd name="connsiteY32" fmla="*/ 5892029 h 6315453"/>
                <a:gd name="connsiteX33" fmla="*/ 2775350 w 5774333"/>
                <a:gd name="connsiteY33" fmla="*/ 5905695 h 6315453"/>
                <a:gd name="connsiteX34" fmla="*/ 2848299 w 5774333"/>
                <a:gd name="connsiteY34" fmla="*/ 5917161 h 6315453"/>
                <a:gd name="connsiteX35" fmla="*/ 2995544 w 5774333"/>
                <a:gd name="connsiteY35" fmla="*/ 5933605 h 6315453"/>
                <a:gd name="connsiteX36" fmla="*/ 3069596 w 5774333"/>
                <a:gd name="connsiteY36" fmla="*/ 5938933 h 6315453"/>
                <a:gd name="connsiteX37" fmla="*/ 3143894 w 5774333"/>
                <a:gd name="connsiteY37" fmla="*/ 5942639 h 6315453"/>
                <a:gd name="connsiteX38" fmla="*/ 3218436 w 5774333"/>
                <a:gd name="connsiteY38" fmla="*/ 5944260 h 6315453"/>
                <a:gd name="connsiteX39" fmla="*/ 3293101 w 5774333"/>
                <a:gd name="connsiteY39" fmla="*/ 5943913 h 6315453"/>
                <a:gd name="connsiteX40" fmla="*/ 3330494 w 5774333"/>
                <a:gd name="connsiteY40" fmla="*/ 5943565 h 6315453"/>
                <a:gd name="connsiteX41" fmla="*/ 3366540 w 5774333"/>
                <a:gd name="connsiteY41" fmla="*/ 5942059 h 6315453"/>
                <a:gd name="connsiteX42" fmla="*/ 3402462 w 5774333"/>
                <a:gd name="connsiteY42" fmla="*/ 5940323 h 6315453"/>
                <a:gd name="connsiteX43" fmla="*/ 3438262 w 5774333"/>
                <a:gd name="connsiteY43" fmla="*/ 5937543 h 6315453"/>
                <a:gd name="connsiteX44" fmla="*/ 3580236 w 5774333"/>
                <a:gd name="connsiteY44" fmla="*/ 5920982 h 6315453"/>
                <a:gd name="connsiteX45" fmla="*/ 4121034 w 5774333"/>
                <a:gd name="connsiteY45" fmla="*/ 5753290 h 6315453"/>
                <a:gd name="connsiteX46" fmla="*/ 4620639 w 5774333"/>
                <a:gd name="connsiteY46" fmla="*/ 5459364 h 6315453"/>
                <a:gd name="connsiteX47" fmla="*/ 4741771 w 5774333"/>
                <a:gd name="connsiteY47" fmla="*/ 5372971 h 6315453"/>
                <a:gd name="connsiteX48" fmla="*/ 4862901 w 5774333"/>
                <a:gd name="connsiteY48" fmla="*/ 5283682 h 6315453"/>
                <a:gd name="connsiteX49" fmla="*/ 5108229 w 5774333"/>
                <a:gd name="connsiteY49" fmla="*/ 5098386 h 6315453"/>
                <a:gd name="connsiteX50" fmla="*/ 5612493 w 5774333"/>
                <a:gd name="connsiteY50" fmla="*/ 4739724 h 6315453"/>
                <a:gd name="connsiteX51" fmla="*/ 5774333 w 5774333"/>
                <a:gd name="connsiteY51" fmla="*/ 4623488 h 6315453"/>
                <a:gd name="connsiteX52" fmla="*/ 5774333 w 5774333"/>
                <a:gd name="connsiteY52" fmla="*/ 5232926 h 6315453"/>
                <a:gd name="connsiteX53" fmla="*/ 5676492 w 5774333"/>
                <a:gd name="connsiteY53" fmla="*/ 5306859 h 6315453"/>
                <a:gd name="connsiteX54" fmla="*/ 5426260 w 5774333"/>
                <a:gd name="connsiteY54" fmla="*/ 5486233 h 6315453"/>
                <a:gd name="connsiteX55" fmla="*/ 5300225 w 5774333"/>
                <a:gd name="connsiteY55" fmla="*/ 5576217 h 6315453"/>
                <a:gd name="connsiteX56" fmla="*/ 5170757 w 5774333"/>
                <a:gd name="connsiteY56" fmla="*/ 5666780 h 6315453"/>
                <a:gd name="connsiteX57" fmla="*/ 5038100 w 5774333"/>
                <a:gd name="connsiteY57" fmla="*/ 5756185 h 6315453"/>
                <a:gd name="connsiteX58" fmla="*/ 4901276 w 5774333"/>
                <a:gd name="connsiteY58" fmla="*/ 5843043 h 6315453"/>
                <a:gd name="connsiteX59" fmla="*/ 4614019 w 5774333"/>
                <a:gd name="connsiteY59" fmla="*/ 6006103 h 6315453"/>
                <a:gd name="connsiteX60" fmla="*/ 4305061 w 5774333"/>
                <a:gd name="connsiteY60" fmla="*/ 6144726 h 6315453"/>
                <a:gd name="connsiteX61" fmla="*/ 3632710 w 5774333"/>
                <a:gd name="connsiteY61" fmla="*/ 6304196 h 6315453"/>
                <a:gd name="connsiteX62" fmla="*/ 3459594 w 5774333"/>
                <a:gd name="connsiteY62" fmla="*/ 6314504 h 6315453"/>
                <a:gd name="connsiteX63" fmla="*/ 3416315 w 5774333"/>
                <a:gd name="connsiteY63" fmla="*/ 6315429 h 6315453"/>
                <a:gd name="connsiteX64" fmla="*/ 3373159 w 5774333"/>
                <a:gd name="connsiteY64" fmla="*/ 6315198 h 6315453"/>
                <a:gd name="connsiteX65" fmla="*/ 3330127 w 5774333"/>
                <a:gd name="connsiteY65" fmla="*/ 6314735 h 6315453"/>
                <a:gd name="connsiteX66" fmla="*/ 3288320 w 5774333"/>
                <a:gd name="connsiteY66" fmla="*/ 6313230 h 6315453"/>
                <a:gd name="connsiteX67" fmla="*/ 2954350 w 5774333"/>
                <a:gd name="connsiteY67" fmla="*/ 6288098 h 6315453"/>
                <a:gd name="connsiteX68" fmla="*/ 2622466 w 5774333"/>
                <a:gd name="connsiteY68" fmla="*/ 6232742 h 6315453"/>
                <a:gd name="connsiteX69" fmla="*/ 2296466 w 5774333"/>
                <a:gd name="connsiteY69" fmla="*/ 6146001 h 6315453"/>
                <a:gd name="connsiteX70" fmla="*/ 1672419 w 5774333"/>
                <a:gd name="connsiteY70" fmla="*/ 5885197 h 6315453"/>
                <a:gd name="connsiteX71" fmla="*/ 1146578 w 5774333"/>
                <a:gd name="connsiteY71" fmla="*/ 5479168 h 6315453"/>
                <a:gd name="connsiteX72" fmla="*/ 933372 w 5774333"/>
                <a:gd name="connsiteY72" fmla="*/ 5234810 h 6315453"/>
                <a:gd name="connsiteX73" fmla="*/ 747140 w 5774333"/>
                <a:gd name="connsiteY73" fmla="*/ 4976091 h 6315453"/>
                <a:gd name="connsiteX74" fmla="*/ 703616 w 5774333"/>
                <a:gd name="connsiteY74" fmla="*/ 4910196 h 6315453"/>
                <a:gd name="connsiteX75" fmla="*/ 662053 w 5774333"/>
                <a:gd name="connsiteY75" fmla="*/ 4846269 h 6315453"/>
                <a:gd name="connsiteX76" fmla="*/ 580033 w 5774333"/>
                <a:gd name="connsiteY76" fmla="*/ 4722352 h 6315453"/>
                <a:gd name="connsiteX77" fmla="*/ 410105 w 5774333"/>
                <a:gd name="connsiteY77" fmla="*/ 4469193 h 6315453"/>
                <a:gd name="connsiteX78" fmla="*/ 244224 w 5774333"/>
                <a:gd name="connsiteY78" fmla="*/ 4201556 h 6315453"/>
                <a:gd name="connsiteX79" fmla="*/ 169437 w 5774333"/>
                <a:gd name="connsiteY79" fmla="*/ 4059690 h 6315453"/>
                <a:gd name="connsiteX80" fmla="*/ 105929 w 5774333"/>
                <a:gd name="connsiteY80" fmla="*/ 3911221 h 6315453"/>
                <a:gd name="connsiteX81" fmla="*/ 57256 w 5774333"/>
                <a:gd name="connsiteY81" fmla="*/ 3757195 h 6315453"/>
                <a:gd name="connsiteX82" fmla="*/ 39111 w 5774333"/>
                <a:gd name="connsiteY82" fmla="*/ 3678677 h 6315453"/>
                <a:gd name="connsiteX83" fmla="*/ 31142 w 5774333"/>
                <a:gd name="connsiteY83" fmla="*/ 3639300 h 6315453"/>
                <a:gd name="connsiteX84" fmla="*/ 24521 w 5774333"/>
                <a:gd name="connsiteY84" fmla="*/ 3599809 h 6315453"/>
                <a:gd name="connsiteX85" fmla="*/ 0 w 5774333"/>
                <a:gd name="connsiteY85" fmla="*/ 3283418 h 6315453"/>
                <a:gd name="connsiteX86" fmla="*/ 68045 w 5774333"/>
                <a:gd name="connsiteY86" fmla="*/ 2666963 h 6315453"/>
                <a:gd name="connsiteX87" fmla="*/ 272546 w 5774333"/>
                <a:gd name="connsiteY87" fmla="*/ 2076334 h 6315453"/>
                <a:gd name="connsiteX88" fmla="*/ 1039300 w 5774333"/>
                <a:gd name="connsiteY88" fmla="*/ 1073307 h 6315453"/>
                <a:gd name="connsiteX89" fmla="*/ 1547733 w 5774333"/>
                <a:gd name="connsiteY89" fmla="*/ 680365 h 6315453"/>
                <a:gd name="connsiteX90" fmla="*/ 2115995 w 5774333"/>
                <a:gd name="connsiteY90" fmla="*/ 368373 h 6315453"/>
                <a:gd name="connsiteX91" fmla="*/ 3377451 w 5774333"/>
                <a:gd name="connsiteY91" fmla="*/ 24304 h 6315453"/>
                <a:gd name="connsiteX92" fmla="*/ 3707237 w 5774333"/>
                <a:gd name="connsiteY92" fmla="*/ 1489 h 6315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Lst>
              <a:rect l="l" t="t" r="r" b="b"/>
              <a:pathLst>
                <a:path w="5774333" h="6315453">
                  <a:moveTo>
                    <a:pt x="3707237" y="1489"/>
                  </a:moveTo>
                  <a:cubicBezTo>
                    <a:pt x="3817502" y="-1522"/>
                    <a:pt x="3927875" y="41"/>
                    <a:pt x="4037665" y="6121"/>
                  </a:cubicBezTo>
                  <a:cubicBezTo>
                    <a:pt x="4257614" y="18745"/>
                    <a:pt x="4477439" y="49665"/>
                    <a:pt x="4692239" y="102128"/>
                  </a:cubicBezTo>
                  <a:cubicBezTo>
                    <a:pt x="4907039" y="154474"/>
                    <a:pt x="5116811" y="228592"/>
                    <a:pt x="5315059" y="324945"/>
                  </a:cubicBezTo>
                  <a:cubicBezTo>
                    <a:pt x="5463562" y="397211"/>
                    <a:pt x="5606133" y="481527"/>
                    <a:pt x="5738325" y="578286"/>
                  </a:cubicBezTo>
                  <a:lnTo>
                    <a:pt x="5774333" y="606551"/>
                  </a:lnTo>
                  <a:lnTo>
                    <a:pt x="5774333" y="975490"/>
                  </a:lnTo>
                  <a:lnTo>
                    <a:pt x="5676001" y="889749"/>
                  </a:lnTo>
                  <a:cubicBezTo>
                    <a:pt x="5522381" y="769886"/>
                    <a:pt x="5355519" y="665657"/>
                    <a:pt x="5177132" y="581926"/>
                  </a:cubicBezTo>
                  <a:cubicBezTo>
                    <a:pt x="4998867" y="497965"/>
                    <a:pt x="4810183" y="433574"/>
                    <a:pt x="4615735" y="388640"/>
                  </a:cubicBezTo>
                  <a:cubicBezTo>
                    <a:pt x="4421289" y="343591"/>
                    <a:pt x="4221446" y="317649"/>
                    <a:pt x="4020010" y="308500"/>
                  </a:cubicBezTo>
                  <a:cubicBezTo>
                    <a:pt x="3818207" y="298887"/>
                    <a:pt x="3616649" y="305257"/>
                    <a:pt x="3416315" y="328882"/>
                  </a:cubicBezTo>
                  <a:cubicBezTo>
                    <a:pt x="3216106" y="352623"/>
                    <a:pt x="3017736" y="392346"/>
                    <a:pt x="2823779" y="446545"/>
                  </a:cubicBezTo>
                  <a:cubicBezTo>
                    <a:pt x="2629699" y="500513"/>
                    <a:pt x="2440401" y="570345"/>
                    <a:pt x="2256987" y="651296"/>
                  </a:cubicBezTo>
                  <a:cubicBezTo>
                    <a:pt x="1889058" y="811461"/>
                    <a:pt x="1545527" y="1023856"/>
                    <a:pt x="1244169" y="1280374"/>
                  </a:cubicBezTo>
                  <a:cubicBezTo>
                    <a:pt x="1093982" y="1409039"/>
                    <a:pt x="954828" y="1549400"/>
                    <a:pt x="830141" y="1700184"/>
                  </a:cubicBezTo>
                  <a:cubicBezTo>
                    <a:pt x="705209" y="1850736"/>
                    <a:pt x="594989" y="2012176"/>
                    <a:pt x="502792" y="2182300"/>
                  </a:cubicBezTo>
                  <a:cubicBezTo>
                    <a:pt x="410595" y="2352308"/>
                    <a:pt x="333847" y="2530307"/>
                    <a:pt x="280637" y="2715256"/>
                  </a:cubicBezTo>
                  <a:cubicBezTo>
                    <a:pt x="227306" y="2899741"/>
                    <a:pt x="199719" y="3091521"/>
                    <a:pt x="199843" y="3283418"/>
                  </a:cubicBezTo>
                  <a:cubicBezTo>
                    <a:pt x="200946" y="3377687"/>
                    <a:pt x="210754" y="3471261"/>
                    <a:pt x="233926" y="3561593"/>
                  </a:cubicBezTo>
                  <a:cubicBezTo>
                    <a:pt x="256730" y="3652040"/>
                    <a:pt x="292162" y="3738550"/>
                    <a:pt x="334582" y="3821816"/>
                  </a:cubicBezTo>
                  <a:cubicBezTo>
                    <a:pt x="356038" y="3863392"/>
                    <a:pt x="379823" y="3904157"/>
                    <a:pt x="404834" y="3944343"/>
                  </a:cubicBezTo>
                  <a:cubicBezTo>
                    <a:pt x="430212" y="3984413"/>
                    <a:pt x="457308" y="4023905"/>
                    <a:pt x="485506" y="4062932"/>
                  </a:cubicBezTo>
                  <a:cubicBezTo>
                    <a:pt x="542639" y="4140757"/>
                    <a:pt x="606146" y="4216265"/>
                    <a:pt x="671861" y="4292120"/>
                  </a:cubicBezTo>
                  <a:cubicBezTo>
                    <a:pt x="737576" y="4368091"/>
                    <a:pt x="806234" y="4444062"/>
                    <a:pt x="873542" y="4523044"/>
                  </a:cubicBezTo>
                  <a:cubicBezTo>
                    <a:pt x="907258" y="4562419"/>
                    <a:pt x="940606" y="4602721"/>
                    <a:pt x="973831" y="4643601"/>
                  </a:cubicBezTo>
                  <a:lnTo>
                    <a:pt x="1022014" y="4702780"/>
                  </a:lnTo>
                  <a:cubicBezTo>
                    <a:pt x="1037829" y="4721658"/>
                    <a:pt x="1052910" y="4740998"/>
                    <a:pt x="1069215" y="4759411"/>
                  </a:cubicBezTo>
                  <a:cubicBezTo>
                    <a:pt x="1196477" y="4909269"/>
                    <a:pt x="1334527" y="5047199"/>
                    <a:pt x="1474784" y="5177948"/>
                  </a:cubicBezTo>
                  <a:cubicBezTo>
                    <a:pt x="1545281" y="5243033"/>
                    <a:pt x="1617003" y="5305917"/>
                    <a:pt x="1690442" y="5366255"/>
                  </a:cubicBezTo>
                  <a:cubicBezTo>
                    <a:pt x="1763881" y="5426591"/>
                    <a:pt x="1838668" y="5484959"/>
                    <a:pt x="1916276" y="5539852"/>
                  </a:cubicBezTo>
                  <a:cubicBezTo>
                    <a:pt x="2070877" y="5649872"/>
                    <a:pt x="2237617" y="5748194"/>
                    <a:pt x="2420784" y="5814437"/>
                  </a:cubicBezTo>
                  <a:cubicBezTo>
                    <a:pt x="2512124" y="5847559"/>
                    <a:pt x="2606773" y="5872921"/>
                    <a:pt x="2703015" y="5892029"/>
                  </a:cubicBezTo>
                  <a:cubicBezTo>
                    <a:pt x="2727168" y="5896546"/>
                    <a:pt x="2751075" y="5901758"/>
                    <a:pt x="2775350" y="5905695"/>
                  </a:cubicBezTo>
                  <a:lnTo>
                    <a:pt x="2848299" y="5917161"/>
                  </a:lnTo>
                  <a:cubicBezTo>
                    <a:pt x="2897218" y="5923298"/>
                    <a:pt x="2946136" y="5929784"/>
                    <a:pt x="2995544" y="5933605"/>
                  </a:cubicBezTo>
                  <a:cubicBezTo>
                    <a:pt x="3020188" y="5935806"/>
                    <a:pt x="3044831" y="5937891"/>
                    <a:pt x="3069596" y="5938933"/>
                  </a:cubicBezTo>
                  <a:cubicBezTo>
                    <a:pt x="3094362" y="5940090"/>
                    <a:pt x="3119005" y="5941943"/>
                    <a:pt x="3143894" y="5942639"/>
                  </a:cubicBezTo>
                  <a:lnTo>
                    <a:pt x="3218436" y="5944260"/>
                  </a:lnTo>
                  <a:cubicBezTo>
                    <a:pt x="3243201" y="5944838"/>
                    <a:pt x="3268212" y="5944029"/>
                    <a:pt x="3293101" y="5943913"/>
                  </a:cubicBezTo>
                  <a:lnTo>
                    <a:pt x="3330494" y="5943565"/>
                  </a:lnTo>
                  <a:cubicBezTo>
                    <a:pt x="3342632" y="5943218"/>
                    <a:pt x="3354524" y="5942523"/>
                    <a:pt x="3366540" y="5942059"/>
                  </a:cubicBezTo>
                  <a:cubicBezTo>
                    <a:pt x="3378554" y="5941480"/>
                    <a:pt x="3390570" y="5941134"/>
                    <a:pt x="3402462" y="5940323"/>
                  </a:cubicBezTo>
                  <a:lnTo>
                    <a:pt x="3438262" y="5937543"/>
                  </a:lnTo>
                  <a:cubicBezTo>
                    <a:pt x="3485954" y="5933953"/>
                    <a:pt x="3533279" y="5927931"/>
                    <a:pt x="3580236" y="5920982"/>
                  </a:cubicBezTo>
                  <a:cubicBezTo>
                    <a:pt x="3768185" y="5891567"/>
                    <a:pt x="3948901" y="5834010"/>
                    <a:pt x="4121034" y="5753290"/>
                  </a:cubicBezTo>
                  <a:cubicBezTo>
                    <a:pt x="4293782" y="5673497"/>
                    <a:pt x="4458191" y="5571353"/>
                    <a:pt x="4620639" y="5459364"/>
                  </a:cubicBezTo>
                  <a:cubicBezTo>
                    <a:pt x="4661221" y="5431455"/>
                    <a:pt x="4701557" y="5402271"/>
                    <a:pt x="4741771" y="5372971"/>
                  </a:cubicBezTo>
                  <a:cubicBezTo>
                    <a:pt x="4782230" y="5343672"/>
                    <a:pt x="4822566" y="5313908"/>
                    <a:pt x="4862901" y="5283682"/>
                  </a:cubicBezTo>
                  <a:lnTo>
                    <a:pt x="5108229" y="5098386"/>
                  </a:lnTo>
                  <a:cubicBezTo>
                    <a:pt x="5276563" y="4972270"/>
                    <a:pt x="5446489" y="4854838"/>
                    <a:pt x="5612493" y="4739724"/>
                  </a:cubicBezTo>
                  <a:lnTo>
                    <a:pt x="5774333" y="4623488"/>
                  </a:lnTo>
                  <a:lnTo>
                    <a:pt x="5774333" y="5232926"/>
                  </a:lnTo>
                  <a:lnTo>
                    <a:pt x="5676492" y="5306859"/>
                  </a:lnTo>
                  <a:cubicBezTo>
                    <a:pt x="5592693" y="5367905"/>
                    <a:pt x="5508955" y="5427286"/>
                    <a:pt x="5426260" y="5486233"/>
                  </a:cubicBezTo>
                  <a:lnTo>
                    <a:pt x="5300225" y="5576217"/>
                  </a:lnTo>
                  <a:cubicBezTo>
                    <a:pt x="5257559" y="5606443"/>
                    <a:pt x="5214525" y="5636901"/>
                    <a:pt x="5170757" y="5666780"/>
                  </a:cubicBezTo>
                  <a:cubicBezTo>
                    <a:pt x="5127110" y="5696775"/>
                    <a:pt x="5082973" y="5726654"/>
                    <a:pt x="5038100" y="5756185"/>
                  </a:cubicBezTo>
                  <a:cubicBezTo>
                    <a:pt x="4993106" y="5785486"/>
                    <a:pt x="4947743" y="5814553"/>
                    <a:pt x="4901276" y="5843043"/>
                  </a:cubicBezTo>
                  <a:cubicBezTo>
                    <a:pt x="4808835" y="5900136"/>
                    <a:pt x="4713449" y="5955494"/>
                    <a:pt x="4614019" y="6006103"/>
                  </a:cubicBezTo>
                  <a:cubicBezTo>
                    <a:pt x="4514711" y="6056943"/>
                    <a:pt x="4411971" y="6104192"/>
                    <a:pt x="4305061" y="6144726"/>
                  </a:cubicBezTo>
                  <a:cubicBezTo>
                    <a:pt x="4092223" y="6226952"/>
                    <a:pt x="3863569" y="6282424"/>
                    <a:pt x="3632710" y="6304196"/>
                  </a:cubicBezTo>
                  <a:cubicBezTo>
                    <a:pt x="3574964" y="6309408"/>
                    <a:pt x="3517218" y="6313345"/>
                    <a:pt x="3459594" y="6314504"/>
                  </a:cubicBezTo>
                  <a:lnTo>
                    <a:pt x="3416315" y="6315429"/>
                  </a:lnTo>
                  <a:cubicBezTo>
                    <a:pt x="3401971" y="6315546"/>
                    <a:pt x="3387505" y="6315198"/>
                    <a:pt x="3373159" y="6315198"/>
                  </a:cubicBezTo>
                  <a:lnTo>
                    <a:pt x="3330127" y="6314735"/>
                  </a:lnTo>
                  <a:lnTo>
                    <a:pt x="3288320" y="6313230"/>
                  </a:lnTo>
                  <a:cubicBezTo>
                    <a:pt x="3176996" y="6309870"/>
                    <a:pt x="3065428" y="6301533"/>
                    <a:pt x="2954350" y="6288098"/>
                  </a:cubicBezTo>
                  <a:cubicBezTo>
                    <a:pt x="2843150" y="6275360"/>
                    <a:pt x="2732194" y="6257061"/>
                    <a:pt x="2622466" y="6232742"/>
                  </a:cubicBezTo>
                  <a:cubicBezTo>
                    <a:pt x="2512859" y="6208190"/>
                    <a:pt x="2404110" y="6179122"/>
                    <a:pt x="2296466" y="6146001"/>
                  </a:cubicBezTo>
                  <a:cubicBezTo>
                    <a:pt x="2081544" y="6079179"/>
                    <a:pt x="1869073" y="5996027"/>
                    <a:pt x="1672419" y="5885197"/>
                  </a:cubicBezTo>
                  <a:cubicBezTo>
                    <a:pt x="1475643" y="5774599"/>
                    <a:pt x="1299954" y="5634353"/>
                    <a:pt x="1146578" y="5479168"/>
                  </a:cubicBezTo>
                  <a:cubicBezTo>
                    <a:pt x="1069461" y="5401692"/>
                    <a:pt x="999333" y="5319235"/>
                    <a:pt x="933372" y="5234810"/>
                  </a:cubicBezTo>
                  <a:cubicBezTo>
                    <a:pt x="867781" y="5150038"/>
                    <a:pt x="805375" y="5063991"/>
                    <a:pt x="747140" y="4976091"/>
                  </a:cubicBezTo>
                  <a:cubicBezTo>
                    <a:pt x="732182" y="4954319"/>
                    <a:pt x="718082" y="4932199"/>
                    <a:pt x="703616" y="4910196"/>
                  </a:cubicBezTo>
                  <a:lnTo>
                    <a:pt x="662053" y="4846269"/>
                  </a:lnTo>
                  <a:cubicBezTo>
                    <a:pt x="635449" y="4804925"/>
                    <a:pt x="607864" y="4763928"/>
                    <a:pt x="580033" y="4722352"/>
                  </a:cubicBezTo>
                  <a:lnTo>
                    <a:pt x="410105" y="4469193"/>
                  </a:lnTo>
                  <a:cubicBezTo>
                    <a:pt x="353095" y="4382915"/>
                    <a:pt x="296820" y="4294089"/>
                    <a:pt x="244224" y="4201556"/>
                  </a:cubicBezTo>
                  <a:cubicBezTo>
                    <a:pt x="217987" y="4155232"/>
                    <a:pt x="192609" y="4108098"/>
                    <a:pt x="169437" y="4059690"/>
                  </a:cubicBezTo>
                  <a:cubicBezTo>
                    <a:pt x="146388" y="4011165"/>
                    <a:pt x="124932" y="3961715"/>
                    <a:pt x="105929" y="3911221"/>
                  </a:cubicBezTo>
                  <a:cubicBezTo>
                    <a:pt x="87293" y="3860613"/>
                    <a:pt x="70742" y="3809309"/>
                    <a:pt x="57256" y="3757195"/>
                  </a:cubicBezTo>
                  <a:cubicBezTo>
                    <a:pt x="50881" y="3731138"/>
                    <a:pt x="44383" y="3704965"/>
                    <a:pt x="39111" y="3678677"/>
                  </a:cubicBezTo>
                  <a:lnTo>
                    <a:pt x="31142" y="3639300"/>
                  </a:lnTo>
                  <a:lnTo>
                    <a:pt x="24521" y="3599809"/>
                  </a:lnTo>
                  <a:cubicBezTo>
                    <a:pt x="7234" y="3494423"/>
                    <a:pt x="0" y="3388457"/>
                    <a:pt x="0" y="3283418"/>
                  </a:cubicBezTo>
                  <a:cubicBezTo>
                    <a:pt x="491" y="3076698"/>
                    <a:pt x="23418" y="2869978"/>
                    <a:pt x="68045" y="2666963"/>
                  </a:cubicBezTo>
                  <a:cubicBezTo>
                    <a:pt x="112550" y="2464064"/>
                    <a:pt x="180717" y="2265104"/>
                    <a:pt x="272546" y="2076334"/>
                  </a:cubicBezTo>
                  <a:cubicBezTo>
                    <a:pt x="457062" y="1698794"/>
                    <a:pt x="724457" y="1360978"/>
                    <a:pt x="1039300" y="1073307"/>
                  </a:cubicBezTo>
                  <a:cubicBezTo>
                    <a:pt x="1197090" y="929472"/>
                    <a:pt x="1367630" y="798259"/>
                    <a:pt x="1547733" y="680365"/>
                  </a:cubicBezTo>
                  <a:cubicBezTo>
                    <a:pt x="1728081" y="562587"/>
                    <a:pt x="1917870" y="457663"/>
                    <a:pt x="2115995" y="368373"/>
                  </a:cubicBezTo>
                  <a:cubicBezTo>
                    <a:pt x="2512737" y="191070"/>
                    <a:pt x="2939883" y="73870"/>
                    <a:pt x="3377451" y="24304"/>
                  </a:cubicBezTo>
                  <a:cubicBezTo>
                    <a:pt x="3486812" y="12086"/>
                    <a:pt x="3596971" y="4500"/>
                    <a:pt x="3707237" y="148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EC18CE1F-9DF1-47AF-9E66-6CE348AC23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10220" y="131729"/>
              <a:ext cx="5769111" cy="6229400"/>
            </a:xfrm>
            <a:custGeom>
              <a:avLst/>
              <a:gdLst>
                <a:gd name="connsiteX0" fmla="*/ 3882695 w 5769111"/>
                <a:gd name="connsiteY0" fmla="*/ 0 h 6229400"/>
                <a:gd name="connsiteX1" fmla="*/ 5691883 w 5769111"/>
                <a:gd name="connsiteY1" fmla="*/ 557381 h 6229400"/>
                <a:gd name="connsiteX2" fmla="*/ 5769111 w 5769111"/>
                <a:gd name="connsiteY2" fmla="*/ 620523 h 6229400"/>
                <a:gd name="connsiteX3" fmla="*/ 5769111 w 5769111"/>
                <a:gd name="connsiteY3" fmla="*/ 1464911 h 6229400"/>
                <a:gd name="connsiteX4" fmla="*/ 5660063 w 5769111"/>
                <a:gd name="connsiteY4" fmla="*/ 1328105 h 6229400"/>
                <a:gd name="connsiteX5" fmla="*/ 4910471 w 5769111"/>
                <a:gd name="connsiteY5" fmla="*/ 781599 h 6229400"/>
                <a:gd name="connsiteX6" fmla="*/ 3882695 w 5769111"/>
                <a:gd name="connsiteY6" fmla="*/ 579048 h 6229400"/>
                <a:gd name="connsiteX7" fmla="*/ 2683153 w 5769111"/>
                <a:gd name="connsiteY7" fmla="*/ 797003 h 6229400"/>
                <a:gd name="connsiteX8" fmla="*/ 1617493 w 5769111"/>
                <a:gd name="connsiteY8" fmla="*/ 1395738 h 6229400"/>
                <a:gd name="connsiteX9" fmla="*/ 880408 w 5769111"/>
                <a:gd name="connsiteY9" fmla="*/ 2259099 h 6229400"/>
                <a:gd name="connsiteX10" fmla="*/ 613135 w 5769111"/>
                <a:gd name="connsiteY10" fmla="*/ 3263863 h 6229400"/>
                <a:gd name="connsiteX11" fmla="*/ 1055484 w 5769111"/>
                <a:gd name="connsiteY11" fmla="*/ 4196825 h 6229400"/>
                <a:gd name="connsiteX12" fmla="*/ 1278376 w 5769111"/>
                <a:gd name="connsiteY12" fmla="*/ 4492950 h 6229400"/>
                <a:gd name="connsiteX13" fmla="*/ 3369851 w 5769111"/>
                <a:gd name="connsiteY13" fmla="*/ 5650468 h 6229400"/>
                <a:gd name="connsiteX14" fmla="*/ 4957551 w 5769111"/>
                <a:gd name="connsiteY14" fmla="*/ 4938355 h 6229400"/>
                <a:gd name="connsiteX15" fmla="*/ 5150773 w 5769111"/>
                <a:gd name="connsiteY15" fmla="*/ 4796950 h 6229400"/>
                <a:gd name="connsiteX16" fmla="*/ 5747247 w 5769111"/>
                <a:gd name="connsiteY16" fmla="*/ 4338176 h 6229400"/>
                <a:gd name="connsiteX17" fmla="*/ 5769111 w 5769111"/>
                <a:gd name="connsiteY17" fmla="*/ 4318497 h 6229400"/>
                <a:gd name="connsiteX18" fmla="*/ 5769111 w 5769111"/>
                <a:gd name="connsiteY18" fmla="*/ 5074612 h 6229400"/>
                <a:gd name="connsiteX19" fmla="*/ 5636252 w 5769111"/>
                <a:gd name="connsiteY19" fmla="*/ 5174208 h 6229400"/>
                <a:gd name="connsiteX20" fmla="*/ 5334922 w 5769111"/>
                <a:gd name="connsiteY20" fmla="*/ 5394528 h 6229400"/>
                <a:gd name="connsiteX21" fmla="*/ 3369727 w 5769111"/>
                <a:gd name="connsiteY21" fmla="*/ 6229400 h 6229400"/>
                <a:gd name="connsiteX22" fmla="*/ 771046 w 5769111"/>
                <a:gd name="connsiteY22" fmla="*/ 4817913 h 6229400"/>
                <a:gd name="connsiteX23" fmla="*/ 0 w 5769111"/>
                <a:gd name="connsiteY23" fmla="*/ 3263748 h 6229400"/>
                <a:gd name="connsiteX24" fmla="*/ 3882695 w 5769111"/>
                <a:gd name="connsiteY24" fmla="*/ 0 h 622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769111" h="6229400">
                  <a:moveTo>
                    <a:pt x="3882695" y="0"/>
                  </a:moveTo>
                  <a:cubicBezTo>
                    <a:pt x="4601253" y="0"/>
                    <a:pt x="5210727" y="205477"/>
                    <a:pt x="5691883" y="557381"/>
                  </a:cubicBezTo>
                  <a:lnTo>
                    <a:pt x="5769111" y="620523"/>
                  </a:lnTo>
                  <a:lnTo>
                    <a:pt x="5769111" y="1464911"/>
                  </a:lnTo>
                  <a:lnTo>
                    <a:pt x="5660063" y="1328105"/>
                  </a:lnTo>
                  <a:cubicBezTo>
                    <a:pt x="5449800" y="1091506"/>
                    <a:pt x="5197607" y="907600"/>
                    <a:pt x="4910471" y="781599"/>
                  </a:cubicBezTo>
                  <a:cubicBezTo>
                    <a:pt x="4604088" y="647260"/>
                    <a:pt x="4258349" y="579048"/>
                    <a:pt x="3882695" y="579048"/>
                  </a:cubicBezTo>
                  <a:cubicBezTo>
                    <a:pt x="3484238" y="579048"/>
                    <a:pt x="3080631" y="652240"/>
                    <a:pt x="2683153" y="797003"/>
                  </a:cubicBezTo>
                  <a:cubicBezTo>
                    <a:pt x="2296098" y="937595"/>
                    <a:pt x="1927678" y="1144662"/>
                    <a:pt x="1617493" y="1395738"/>
                  </a:cubicBezTo>
                  <a:cubicBezTo>
                    <a:pt x="1301915" y="1651098"/>
                    <a:pt x="1053890" y="1941665"/>
                    <a:pt x="880408" y="2259099"/>
                  </a:cubicBezTo>
                  <a:cubicBezTo>
                    <a:pt x="703125" y="2583597"/>
                    <a:pt x="613135" y="2921645"/>
                    <a:pt x="613135" y="3263863"/>
                  </a:cubicBezTo>
                  <a:cubicBezTo>
                    <a:pt x="613135" y="3608512"/>
                    <a:pt x="756702" y="3809789"/>
                    <a:pt x="1055484" y="4196825"/>
                  </a:cubicBezTo>
                  <a:cubicBezTo>
                    <a:pt x="1127574" y="4290167"/>
                    <a:pt x="1202116" y="4386753"/>
                    <a:pt x="1278376" y="4492950"/>
                  </a:cubicBezTo>
                  <a:cubicBezTo>
                    <a:pt x="1861105" y="5304313"/>
                    <a:pt x="2486623" y="5650468"/>
                    <a:pt x="3369851" y="5650468"/>
                  </a:cubicBezTo>
                  <a:cubicBezTo>
                    <a:pt x="3949515" y="5650468"/>
                    <a:pt x="4374822" y="5368471"/>
                    <a:pt x="4957551" y="4938355"/>
                  </a:cubicBezTo>
                  <a:cubicBezTo>
                    <a:pt x="5022653" y="4890293"/>
                    <a:pt x="5087755" y="4842811"/>
                    <a:pt x="5150773" y="4796950"/>
                  </a:cubicBezTo>
                  <a:cubicBezTo>
                    <a:pt x="5364254" y="4641404"/>
                    <a:pt x="5570313" y="4491241"/>
                    <a:pt x="5747247" y="4338176"/>
                  </a:cubicBezTo>
                  <a:lnTo>
                    <a:pt x="5769111" y="4318497"/>
                  </a:lnTo>
                  <a:lnTo>
                    <a:pt x="5769111" y="5074612"/>
                  </a:lnTo>
                  <a:lnTo>
                    <a:pt x="5636252" y="5174208"/>
                  </a:lnTo>
                  <a:cubicBezTo>
                    <a:pt x="5537051" y="5246835"/>
                    <a:pt x="5436100" y="5319845"/>
                    <a:pt x="5334922" y="5394528"/>
                  </a:cubicBezTo>
                  <a:cubicBezTo>
                    <a:pt x="4745327" y="5829741"/>
                    <a:pt x="4177309" y="6229400"/>
                    <a:pt x="3369727" y="6229400"/>
                  </a:cubicBezTo>
                  <a:cubicBezTo>
                    <a:pt x="2172147" y="6229400"/>
                    <a:pt x="1394603" y="5686137"/>
                    <a:pt x="771046" y="4817913"/>
                  </a:cubicBezTo>
                  <a:cubicBezTo>
                    <a:pt x="396864" y="4297000"/>
                    <a:pt x="0" y="3939728"/>
                    <a:pt x="0" y="3263748"/>
                  </a:cubicBezTo>
                  <a:cubicBezTo>
                    <a:pt x="0" y="1461170"/>
                    <a:pt x="1955141" y="0"/>
                    <a:pt x="3882695"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5BD26A8C-8D1D-41E6-A71E-FE9AC75F3F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10220" y="131729"/>
              <a:ext cx="5769111" cy="6229400"/>
            </a:xfrm>
            <a:custGeom>
              <a:avLst/>
              <a:gdLst>
                <a:gd name="connsiteX0" fmla="*/ 3882695 w 5769111"/>
                <a:gd name="connsiteY0" fmla="*/ 0 h 6229400"/>
                <a:gd name="connsiteX1" fmla="*/ 5691883 w 5769111"/>
                <a:gd name="connsiteY1" fmla="*/ 557381 h 6229400"/>
                <a:gd name="connsiteX2" fmla="*/ 5769111 w 5769111"/>
                <a:gd name="connsiteY2" fmla="*/ 620523 h 6229400"/>
                <a:gd name="connsiteX3" fmla="*/ 5769111 w 5769111"/>
                <a:gd name="connsiteY3" fmla="*/ 1675390 h 6229400"/>
                <a:gd name="connsiteX4" fmla="*/ 5711488 w 5769111"/>
                <a:gd name="connsiteY4" fmla="*/ 1585205 h 6229400"/>
                <a:gd name="connsiteX5" fmla="*/ 5566027 w 5769111"/>
                <a:gd name="connsiteY5" fmla="*/ 1402571 h 6229400"/>
                <a:gd name="connsiteX6" fmla="*/ 4858734 w 5769111"/>
                <a:gd name="connsiteY6" fmla="*/ 886639 h 6229400"/>
                <a:gd name="connsiteX7" fmla="*/ 3882695 w 5769111"/>
                <a:gd name="connsiteY7" fmla="*/ 694858 h 6229400"/>
                <a:gd name="connsiteX8" fmla="*/ 2727046 w 5769111"/>
                <a:gd name="connsiteY8" fmla="*/ 905053 h 6229400"/>
                <a:gd name="connsiteX9" fmla="*/ 1697186 w 5769111"/>
                <a:gd name="connsiteY9" fmla="*/ 1483638 h 6229400"/>
                <a:gd name="connsiteX10" fmla="*/ 989279 w 5769111"/>
                <a:gd name="connsiteY10" fmla="*/ 2312139 h 6229400"/>
                <a:gd name="connsiteX11" fmla="*/ 735615 w 5769111"/>
                <a:gd name="connsiteY11" fmla="*/ 3263863 h 6229400"/>
                <a:gd name="connsiteX12" fmla="*/ 1154424 w 5769111"/>
                <a:gd name="connsiteY12" fmla="*/ 4128614 h 6229400"/>
                <a:gd name="connsiteX13" fmla="*/ 1379768 w 5769111"/>
                <a:gd name="connsiteY13" fmla="*/ 4427981 h 6229400"/>
                <a:gd name="connsiteX14" fmla="*/ 2239456 w 5769111"/>
                <a:gd name="connsiteY14" fmla="*/ 5256947 h 6229400"/>
                <a:gd name="connsiteX15" fmla="*/ 3369727 w 5769111"/>
                <a:gd name="connsiteY15" fmla="*/ 5534658 h 6229400"/>
                <a:gd name="connsiteX16" fmla="*/ 4096760 w 5769111"/>
                <a:gd name="connsiteY16" fmla="*/ 5357817 h 6229400"/>
                <a:gd name="connsiteX17" fmla="*/ 4881905 w 5769111"/>
                <a:gd name="connsiteY17" fmla="*/ 4847212 h 6229400"/>
                <a:gd name="connsiteX18" fmla="*/ 5075739 w 5769111"/>
                <a:gd name="connsiteY18" fmla="*/ 4705346 h 6229400"/>
                <a:gd name="connsiteX19" fmla="*/ 5759930 w 5769111"/>
                <a:gd name="connsiteY19" fmla="*/ 4166809 h 6229400"/>
                <a:gd name="connsiteX20" fmla="*/ 5769111 w 5769111"/>
                <a:gd name="connsiteY20" fmla="*/ 4157764 h 6229400"/>
                <a:gd name="connsiteX21" fmla="*/ 5769111 w 5769111"/>
                <a:gd name="connsiteY21" fmla="*/ 5074612 h 6229400"/>
                <a:gd name="connsiteX22" fmla="*/ 5636252 w 5769111"/>
                <a:gd name="connsiteY22" fmla="*/ 5174208 h 6229400"/>
                <a:gd name="connsiteX23" fmla="*/ 5334922 w 5769111"/>
                <a:gd name="connsiteY23" fmla="*/ 5394528 h 6229400"/>
                <a:gd name="connsiteX24" fmla="*/ 3369727 w 5769111"/>
                <a:gd name="connsiteY24" fmla="*/ 6229400 h 6229400"/>
                <a:gd name="connsiteX25" fmla="*/ 771046 w 5769111"/>
                <a:gd name="connsiteY25" fmla="*/ 4817913 h 6229400"/>
                <a:gd name="connsiteX26" fmla="*/ 0 w 5769111"/>
                <a:gd name="connsiteY26" fmla="*/ 3263748 h 6229400"/>
                <a:gd name="connsiteX27" fmla="*/ 3882695 w 5769111"/>
                <a:gd name="connsiteY27" fmla="*/ 0 h 622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769111" h="6229400">
                  <a:moveTo>
                    <a:pt x="3882695" y="0"/>
                  </a:moveTo>
                  <a:cubicBezTo>
                    <a:pt x="4601253" y="0"/>
                    <a:pt x="5210727" y="205477"/>
                    <a:pt x="5691883" y="557381"/>
                  </a:cubicBezTo>
                  <a:lnTo>
                    <a:pt x="5769111" y="620523"/>
                  </a:lnTo>
                  <a:lnTo>
                    <a:pt x="5769111" y="1675390"/>
                  </a:lnTo>
                  <a:lnTo>
                    <a:pt x="5711488" y="1585205"/>
                  </a:lnTo>
                  <a:cubicBezTo>
                    <a:pt x="5665942" y="1521390"/>
                    <a:pt x="5617428" y="1460432"/>
                    <a:pt x="5566027" y="1402571"/>
                  </a:cubicBezTo>
                  <a:cubicBezTo>
                    <a:pt x="5367411" y="1179058"/>
                    <a:pt x="5129563" y="1005460"/>
                    <a:pt x="4858734" y="886639"/>
                  </a:cubicBezTo>
                  <a:cubicBezTo>
                    <a:pt x="4568779" y="759363"/>
                    <a:pt x="4240327" y="694858"/>
                    <a:pt x="3882695" y="694858"/>
                  </a:cubicBezTo>
                  <a:cubicBezTo>
                    <a:pt x="3504835" y="694858"/>
                    <a:pt x="3105151" y="767471"/>
                    <a:pt x="2727046" y="905053"/>
                  </a:cubicBezTo>
                  <a:cubicBezTo>
                    <a:pt x="2352985" y="1041013"/>
                    <a:pt x="1996826" y="1241132"/>
                    <a:pt x="1697186" y="1483638"/>
                  </a:cubicBezTo>
                  <a:cubicBezTo>
                    <a:pt x="1397913" y="1725796"/>
                    <a:pt x="1153199" y="2012308"/>
                    <a:pt x="989279" y="2312139"/>
                  </a:cubicBezTo>
                  <a:cubicBezTo>
                    <a:pt x="820946" y="2620077"/>
                    <a:pt x="735615" y="2940290"/>
                    <a:pt x="735615" y="3263863"/>
                  </a:cubicBezTo>
                  <a:cubicBezTo>
                    <a:pt x="735615" y="3573074"/>
                    <a:pt x="863980" y="3752464"/>
                    <a:pt x="1154424" y="4128614"/>
                  </a:cubicBezTo>
                  <a:cubicBezTo>
                    <a:pt x="1227127" y="4222767"/>
                    <a:pt x="1302282" y="4320162"/>
                    <a:pt x="1379768" y="4427981"/>
                  </a:cubicBezTo>
                  <a:cubicBezTo>
                    <a:pt x="1653784" y="4809458"/>
                    <a:pt x="1934912" y="5080685"/>
                    <a:pt x="2239456" y="5256947"/>
                  </a:cubicBezTo>
                  <a:cubicBezTo>
                    <a:pt x="2562268" y="5443863"/>
                    <a:pt x="2932037" y="5534658"/>
                    <a:pt x="3369727" y="5534658"/>
                  </a:cubicBezTo>
                  <a:cubicBezTo>
                    <a:pt x="3618120" y="5534658"/>
                    <a:pt x="3849103" y="5478491"/>
                    <a:pt x="4096760" y="5357817"/>
                  </a:cubicBezTo>
                  <a:cubicBezTo>
                    <a:pt x="4351037" y="5233901"/>
                    <a:pt x="4602740" y="5053238"/>
                    <a:pt x="4881905" y="4847212"/>
                  </a:cubicBezTo>
                  <a:cubicBezTo>
                    <a:pt x="4947375" y="4798920"/>
                    <a:pt x="5012599" y="4751322"/>
                    <a:pt x="5075739" y="4705346"/>
                  </a:cubicBezTo>
                  <a:cubicBezTo>
                    <a:pt x="5327320" y="4521990"/>
                    <a:pt x="5568418" y="4346256"/>
                    <a:pt x="5759930" y="4166809"/>
                  </a:cubicBezTo>
                  <a:lnTo>
                    <a:pt x="5769111" y="4157764"/>
                  </a:lnTo>
                  <a:lnTo>
                    <a:pt x="5769111" y="5074612"/>
                  </a:lnTo>
                  <a:lnTo>
                    <a:pt x="5636252" y="5174208"/>
                  </a:lnTo>
                  <a:cubicBezTo>
                    <a:pt x="5537051" y="5246835"/>
                    <a:pt x="5436100" y="5319845"/>
                    <a:pt x="5334922" y="5394528"/>
                  </a:cubicBezTo>
                  <a:cubicBezTo>
                    <a:pt x="4745327" y="5829741"/>
                    <a:pt x="4177309" y="6229400"/>
                    <a:pt x="3369727" y="6229400"/>
                  </a:cubicBezTo>
                  <a:cubicBezTo>
                    <a:pt x="2172147" y="6229400"/>
                    <a:pt x="1394603" y="5686137"/>
                    <a:pt x="771046" y="4817913"/>
                  </a:cubicBezTo>
                  <a:cubicBezTo>
                    <a:pt x="396864" y="4297000"/>
                    <a:pt x="0" y="3939728"/>
                    <a:pt x="0" y="3263748"/>
                  </a:cubicBezTo>
                  <a:cubicBezTo>
                    <a:pt x="0" y="1461170"/>
                    <a:pt x="1955141" y="0"/>
                    <a:pt x="3882695"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7" name="Graphic 6" descr="Smiling Face with No Fill">
            <a:extLst>
              <a:ext uri="{FF2B5EF4-FFF2-40B4-BE49-F238E27FC236}">
                <a16:creationId xmlns:a16="http://schemas.microsoft.com/office/drawing/2014/main" id="{8763D8CA-93ED-3F4F-2D1A-9352C823F62A}"/>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121726" y="1629089"/>
            <a:ext cx="3620021" cy="3620021"/>
          </a:xfrm>
          <a:prstGeom prst="rect">
            <a:avLst/>
          </a:prstGeom>
        </p:spPr>
      </p:pic>
    </p:spTree>
    <p:extLst>
      <p:ext uri="{BB962C8B-B14F-4D97-AF65-F5344CB8AC3E}">
        <p14:creationId xmlns:p14="http://schemas.microsoft.com/office/powerpoint/2010/main" val="421995582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TotalTime>
  <Words>571</Words>
  <Application>Microsoft Office PowerPoint</Application>
  <PresentationFormat>Widescreen</PresentationFormat>
  <Paragraphs>40</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Aptos</vt:lpstr>
      <vt:lpstr>Aptos Display</vt:lpstr>
      <vt:lpstr>Arial</vt:lpstr>
      <vt:lpstr>Office Theme</vt:lpstr>
      <vt:lpstr>AI TOOL USAGE AMONG INDIAN COLLEGE STUDENTS</vt:lpstr>
      <vt:lpstr>PROBLEM SATEMENT</vt:lpstr>
      <vt:lpstr>OBJECTIVES</vt:lpstr>
      <vt:lpstr>KEY INSIGHTS</vt:lpstr>
      <vt:lpstr>SOLUTION</vt:lpstr>
      <vt:lpstr>DASHBOARED 1</vt:lpstr>
      <vt:lpstr>DASHBOARED 2</vt:lpstr>
      <vt:lpstr>DASHBOARED 3</vt:lpstr>
      <vt:lpstr>CONCLUTION</vt:lpstr>
      <vt:lpstr>THANK YOU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SHAFI AHAMED</dc:creator>
  <cp:lastModifiedBy>SHAFI AHAMED</cp:lastModifiedBy>
  <cp:revision>1</cp:revision>
  <dcterms:created xsi:type="dcterms:W3CDTF">2026-03-13T07:19:24Z</dcterms:created>
  <dcterms:modified xsi:type="dcterms:W3CDTF">2026-03-13T07:40:57Z</dcterms:modified>
</cp:coreProperties>
</file>